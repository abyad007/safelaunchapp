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5"/>
  </p:sldMasterIdLst>
  <p:notesMasterIdLst>
    <p:notesMasterId r:id="rId18"/>
  </p:notesMasterIdLst>
  <p:handoutMasterIdLst>
    <p:handoutMasterId r:id="rId19"/>
  </p:handoutMasterIdLst>
  <p:sldIdLst>
    <p:sldId id="276" r:id="rId6"/>
    <p:sldId id="286" r:id="rId7"/>
    <p:sldId id="285" r:id="rId8"/>
    <p:sldId id="259" r:id="rId9"/>
    <p:sldId id="282" r:id="rId10"/>
    <p:sldId id="283" r:id="rId11"/>
    <p:sldId id="284" r:id="rId12"/>
    <p:sldId id="288" r:id="rId13"/>
    <p:sldId id="289" r:id="rId14"/>
    <p:sldId id="291" r:id="rId15"/>
    <p:sldId id="264" r:id="rId16"/>
    <p:sldId id="290" r:id="rId17"/>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CC00"/>
    <a:srgbClr val="FFC000"/>
    <a:srgbClr val="FFFFCC"/>
    <a:srgbClr val="CCFFCC"/>
    <a:srgbClr val="00CCFF"/>
    <a:srgbClr val="FF3399"/>
    <a:srgbClr val="CF3335"/>
    <a:srgbClr val="F84018"/>
    <a:srgbClr val="B7D1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381" autoAdjust="0"/>
    <p:restoredTop sz="96247" autoAdjust="0"/>
  </p:normalViewPr>
  <p:slideViewPr>
    <p:cSldViewPr>
      <p:cViewPr varScale="1">
        <p:scale>
          <a:sx n="63" d="100"/>
          <a:sy n="63" d="100"/>
        </p:scale>
        <p:origin x="1772" y="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3" d="100"/>
          <a:sy n="83" d="100"/>
        </p:scale>
        <p:origin x="3888"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7F63D7-51AA-8185-45BB-FA1AC4E7AA6F}"/>
              </a:ext>
            </a:extLst>
          </p:cNvPr>
          <p:cNvSpPr>
            <a:spLocks noGrp="1"/>
          </p:cNvSpPr>
          <p:nvPr>
            <p:ph type="hdr" sz="quarter"/>
          </p:nvPr>
        </p:nvSpPr>
        <p:spPr>
          <a:xfrm>
            <a:off x="0" y="0"/>
            <a:ext cx="3043238"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728EF72-3C56-617E-20ED-D11C4A9EFDA8}"/>
              </a:ext>
            </a:extLst>
          </p:cNvPr>
          <p:cNvSpPr>
            <a:spLocks noGrp="1"/>
          </p:cNvSpPr>
          <p:nvPr>
            <p:ph type="dt" sz="quarter" idx="1"/>
          </p:nvPr>
        </p:nvSpPr>
        <p:spPr>
          <a:xfrm>
            <a:off x="3978275" y="0"/>
            <a:ext cx="3043238" cy="466725"/>
          </a:xfrm>
          <a:prstGeom prst="rect">
            <a:avLst/>
          </a:prstGeom>
        </p:spPr>
        <p:txBody>
          <a:bodyPr vert="horz" lIns="91440" tIns="45720" rIns="91440" bIns="45720" rtlCol="0"/>
          <a:lstStyle>
            <a:lvl1pPr algn="r">
              <a:defRPr sz="1200"/>
            </a:lvl1pPr>
          </a:lstStyle>
          <a:p>
            <a:fld id="{6F39DA1B-29CF-43B0-8CEE-CF9B4636FA7F}" type="datetimeFigureOut">
              <a:rPr lang="en-US" smtClean="0"/>
              <a:t>5/9/2026</a:t>
            </a:fld>
            <a:endParaRPr lang="en-US"/>
          </a:p>
        </p:txBody>
      </p:sp>
      <p:sp>
        <p:nvSpPr>
          <p:cNvPr id="4" name="Footer Placeholder 3">
            <a:extLst>
              <a:ext uri="{FF2B5EF4-FFF2-40B4-BE49-F238E27FC236}">
                <a16:creationId xmlns:a16="http://schemas.microsoft.com/office/drawing/2014/main" id="{F274DE12-E8C9-BA93-DC4F-DE4B9AAB5DCC}"/>
              </a:ext>
            </a:extLst>
          </p:cNvPr>
          <p:cNvSpPr>
            <a:spLocks noGrp="1"/>
          </p:cNvSpPr>
          <p:nvPr>
            <p:ph type="ftr" sz="quarter" idx="2"/>
          </p:nvPr>
        </p:nvSpPr>
        <p:spPr>
          <a:xfrm>
            <a:off x="0" y="8842375"/>
            <a:ext cx="3043238"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44DC4AE-09AE-6BE7-D6A5-DD4658862EDF}"/>
              </a:ext>
            </a:extLst>
          </p:cNvPr>
          <p:cNvSpPr>
            <a:spLocks noGrp="1"/>
          </p:cNvSpPr>
          <p:nvPr>
            <p:ph type="sldNum" sz="quarter" idx="3"/>
          </p:nvPr>
        </p:nvSpPr>
        <p:spPr>
          <a:xfrm>
            <a:off x="3978275" y="8842375"/>
            <a:ext cx="3043238" cy="466725"/>
          </a:xfrm>
          <a:prstGeom prst="rect">
            <a:avLst/>
          </a:prstGeom>
        </p:spPr>
        <p:txBody>
          <a:bodyPr vert="horz" lIns="91440" tIns="45720" rIns="91440" bIns="45720" rtlCol="0" anchor="b"/>
          <a:lstStyle>
            <a:lvl1pPr algn="r">
              <a:defRPr sz="1200"/>
            </a:lvl1pPr>
          </a:lstStyle>
          <a:p>
            <a:fld id="{1A221AC8-E371-4EF7-A040-3AD22502855E}" type="slidenum">
              <a:rPr lang="en-US" smtClean="0"/>
              <a:t>‹#›</a:t>
            </a:fld>
            <a:endParaRPr lang="en-US"/>
          </a:p>
        </p:txBody>
      </p:sp>
    </p:spTree>
    <p:extLst>
      <p:ext uri="{BB962C8B-B14F-4D97-AF65-F5344CB8AC3E}">
        <p14:creationId xmlns:p14="http://schemas.microsoft.com/office/powerpoint/2010/main" val="2168748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284" tIns="46642" rIns="93284" bIns="46642" rtlCol="0"/>
          <a:lstStyle>
            <a:lvl1pPr algn="l">
              <a:defRPr sz="1200"/>
            </a:lvl1pPr>
          </a:lstStyle>
          <a:p>
            <a:endParaRPr lang="en-US" dirty="0"/>
          </a:p>
        </p:txBody>
      </p:sp>
      <p:sp>
        <p:nvSpPr>
          <p:cNvPr id="3" name="Date Placeholder 2"/>
          <p:cNvSpPr>
            <a:spLocks noGrp="1"/>
          </p:cNvSpPr>
          <p:nvPr>
            <p:ph type="dt" idx="1"/>
          </p:nvPr>
        </p:nvSpPr>
        <p:spPr>
          <a:xfrm>
            <a:off x="3978133" y="0"/>
            <a:ext cx="3043343" cy="465455"/>
          </a:xfrm>
          <a:prstGeom prst="rect">
            <a:avLst/>
          </a:prstGeom>
        </p:spPr>
        <p:txBody>
          <a:bodyPr vert="horz" lIns="93284" tIns="46642" rIns="93284" bIns="46642" rtlCol="0"/>
          <a:lstStyle>
            <a:lvl1pPr algn="r">
              <a:defRPr sz="1200"/>
            </a:lvl1pPr>
          </a:lstStyle>
          <a:p>
            <a:fld id="{433AFDF9-1178-45CE-93F9-24332EFAFFB0}" type="datetimeFigureOut">
              <a:rPr lang="en-US" smtClean="0"/>
              <a:t>5/9/2026</a:t>
            </a:fld>
            <a:endParaRPr lang="en-US" dirty="0"/>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284" tIns="46642" rIns="93284" bIns="46642" rtlCol="0" anchor="ctr"/>
          <a:lstStyle/>
          <a:p>
            <a:endParaRPr lang="en-US" dirty="0"/>
          </a:p>
        </p:txBody>
      </p:sp>
      <p:sp>
        <p:nvSpPr>
          <p:cNvPr id="5" name="Notes Placeholder 4"/>
          <p:cNvSpPr>
            <a:spLocks noGrp="1"/>
          </p:cNvSpPr>
          <p:nvPr>
            <p:ph type="body" sz="quarter" idx="3"/>
          </p:nvPr>
        </p:nvSpPr>
        <p:spPr>
          <a:xfrm>
            <a:off x="702310" y="4421824"/>
            <a:ext cx="5618480" cy="4189095"/>
          </a:xfrm>
          <a:prstGeom prst="rect">
            <a:avLst/>
          </a:prstGeom>
        </p:spPr>
        <p:txBody>
          <a:bodyPr vert="horz" lIns="93284" tIns="46642" rIns="93284" bIns="4664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5455"/>
          </a:xfrm>
          <a:prstGeom prst="rect">
            <a:avLst/>
          </a:prstGeom>
        </p:spPr>
        <p:txBody>
          <a:bodyPr vert="horz" lIns="93284" tIns="46642" rIns="93284" bIns="4664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3" y="8842030"/>
            <a:ext cx="3043343" cy="465455"/>
          </a:xfrm>
          <a:prstGeom prst="rect">
            <a:avLst/>
          </a:prstGeom>
        </p:spPr>
        <p:txBody>
          <a:bodyPr vert="horz" lIns="93284" tIns="46642" rIns="93284" bIns="46642" rtlCol="0" anchor="b"/>
          <a:lstStyle>
            <a:lvl1pPr algn="r">
              <a:defRPr sz="1200"/>
            </a:lvl1pPr>
          </a:lstStyle>
          <a:p>
            <a:fld id="{0CD08468-A1B5-40A7-BE7D-AB7545BEDBB4}" type="slidenum">
              <a:rPr lang="en-US" smtClean="0"/>
              <a:t>‹#›</a:t>
            </a:fld>
            <a:endParaRPr lang="en-US" dirty="0"/>
          </a:p>
        </p:txBody>
      </p:sp>
    </p:spTree>
    <p:extLst>
      <p:ext uri="{BB962C8B-B14F-4D97-AF65-F5344CB8AC3E}">
        <p14:creationId xmlns:p14="http://schemas.microsoft.com/office/powerpoint/2010/main" val="776106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0CD08468-A1B5-40A7-BE7D-AB7545BEDBB4}" type="slidenum">
              <a:rPr lang="en-US" smtClean="0">
                <a:solidFill>
                  <a:prstClr val="black"/>
                </a:solidFill>
              </a:rPr>
              <a:pPr/>
              <a:t>1</a:t>
            </a:fld>
            <a:endParaRPr lang="en-US" dirty="0">
              <a:solidFill>
                <a:prstClr val="black"/>
              </a:solidFill>
            </a:endParaRPr>
          </a:p>
        </p:txBody>
      </p:sp>
    </p:spTree>
    <p:extLst>
      <p:ext uri="{BB962C8B-B14F-4D97-AF65-F5344CB8AC3E}">
        <p14:creationId xmlns:p14="http://schemas.microsoft.com/office/powerpoint/2010/main" val="537333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4</a:t>
            </a:fld>
            <a:endParaRPr lang="en-US" dirty="0"/>
          </a:p>
        </p:txBody>
      </p:sp>
    </p:spTree>
    <p:extLst>
      <p:ext uri="{BB962C8B-B14F-4D97-AF65-F5344CB8AC3E}">
        <p14:creationId xmlns:p14="http://schemas.microsoft.com/office/powerpoint/2010/main" val="3213121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5</a:t>
            </a:fld>
            <a:endParaRPr lang="en-US" dirty="0"/>
          </a:p>
        </p:txBody>
      </p:sp>
    </p:spTree>
    <p:extLst>
      <p:ext uri="{BB962C8B-B14F-4D97-AF65-F5344CB8AC3E}">
        <p14:creationId xmlns:p14="http://schemas.microsoft.com/office/powerpoint/2010/main" val="2738467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6</a:t>
            </a:fld>
            <a:endParaRPr lang="en-US" dirty="0"/>
          </a:p>
        </p:txBody>
      </p:sp>
    </p:spTree>
    <p:extLst>
      <p:ext uri="{BB962C8B-B14F-4D97-AF65-F5344CB8AC3E}">
        <p14:creationId xmlns:p14="http://schemas.microsoft.com/office/powerpoint/2010/main" val="734147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7</a:t>
            </a:fld>
            <a:endParaRPr lang="en-US" dirty="0"/>
          </a:p>
        </p:txBody>
      </p:sp>
    </p:spTree>
    <p:extLst>
      <p:ext uri="{BB962C8B-B14F-4D97-AF65-F5344CB8AC3E}">
        <p14:creationId xmlns:p14="http://schemas.microsoft.com/office/powerpoint/2010/main" val="51569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C0FEB-FACF-F83C-584B-58E93336B0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4E0B7-CD0E-29F7-43C3-463BE5E90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77801B-999C-992C-DAC7-264A0AACC4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CF566E-3DB9-A4EF-BDBF-B4B247693C31}"/>
              </a:ext>
            </a:extLst>
          </p:cNvPr>
          <p:cNvSpPr>
            <a:spLocks noGrp="1"/>
          </p:cNvSpPr>
          <p:nvPr>
            <p:ph type="sldNum" sz="quarter" idx="10"/>
          </p:nvPr>
        </p:nvSpPr>
        <p:spPr/>
        <p:txBody>
          <a:bodyPr/>
          <a:lstStyle/>
          <a:p>
            <a:fld id="{0CD08468-A1B5-40A7-BE7D-AB7545BEDBB4}" type="slidenum">
              <a:rPr lang="en-US" smtClean="0"/>
              <a:t>8</a:t>
            </a:fld>
            <a:endParaRPr lang="en-US" dirty="0"/>
          </a:p>
        </p:txBody>
      </p:sp>
    </p:spTree>
    <p:extLst>
      <p:ext uri="{BB962C8B-B14F-4D97-AF65-F5344CB8AC3E}">
        <p14:creationId xmlns:p14="http://schemas.microsoft.com/office/powerpoint/2010/main" val="1342651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B89E-EEB0-9CC8-9CD1-E21AC65F0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0CBB5-486A-3AEB-0E86-6ABD6ACF8A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CD7DB-9534-D8BB-F69E-DFE941E329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95E908-D881-808D-9C27-18EAAC9E5CA0}"/>
              </a:ext>
            </a:extLst>
          </p:cNvPr>
          <p:cNvSpPr>
            <a:spLocks noGrp="1"/>
          </p:cNvSpPr>
          <p:nvPr>
            <p:ph type="sldNum" sz="quarter" idx="10"/>
          </p:nvPr>
        </p:nvSpPr>
        <p:spPr/>
        <p:txBody>
          <a:bodyPr/>
          <a:lstStyle/>
          <a:p>
            <a:fld id="{0CD08468-A1B5-40A7-BE7D-AB7545BEDBB4}" type="slidenum">
              <a:rPr lang="en-US" smtClean="0"/>
              <a:t>9</a:t>
            </a:fld>
            <a:endParaRPr lang="en-US" dirty="0"/>
          </a:p>
        </p:txBody>
      </p:sp>
    </p:spTree>
    <p:extLst>
      <p:ext uri="{BB962C8B-B14F-4D97-AF65-F5344CB8AC3E}">
        <p14:creationId xmlns:p14="http://schemas.microsoft.com/office/powerpoint/2010/main" val="40052362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CD08468-A1B5-40A7-BE7D-AB7545BEDBB4}" type="slidenum">
              <a:rPr lang="en-US" smtClean="0"/>
              <a:t>11</a:t>
            </a:fld>
            <a:endParaRPr lang="en-US" dirty="0"/>
          </a:p>
        </p:txBody>
      </p:sp>
    </p:spTree>
    <p:extLst>
      <p:ext uri="{BB962C8B-B14F-4D97-AF65-F5344CB8AC3E}">
        <p14:creationId xmlns:p14="http://schemas.microsoft.com/office/powerpoint/2010/main" val="133700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B6AC-BB81-4A34-0C90-F40D81DDFE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76D7F1-3A9C-8932-6C87-BD3D69A5E5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23FF42-38BC-8EC7-1713-5D49AC7E3B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7A3D7F-23EF-5341-6E51-0D4902478DA4}"/>
              </a:ext>
            </a:extLst>
          </p:cNvPr>
          <p:cNvSpPr>
            <a:spLocks noGrp="1"/>
          </p:cNvSpPr>
          <p:nvPr>
            <p:ph type="sldNum" sz="quarter" idx="10"/>
          </p:nvPr>
        </p:nvSpPr>
        <p:spPr/>
        <p:txBody>
          <a:bodyPr/>
          <a:lstStyle/>
          <a:p>
            <a:fld id="{0CD08468-A1B5-40A7-BE7D-AB7545BEDBB4}" type="slidenum">
              <a:rPr lang="en-US" smtClean="0"/>
              <a:t>12</a:t>
            </a:fld>
            <a:endParaRPr lang="en-US" dirty="0"/>
          </a:p>
        </p:txBody>
      </p:sp>
    </p:spTree>
    <p:extLst>
      <p:ext uri="{BB962C8B-B14F-4D97-AF65-F5344CB8AC3E}">
        <p14:creationId xmlns:p14="http://schemas.microsoft.com/office/powerpoint/2010/main" val="25951878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urtle Diagram ">
    <p:spTree>
      <p:nvGrpSpPr>
        <p:cNvPr id="1" name=""/>
        <p:cNvGrpSpPr/>
        <p:nvPr/>
      </p:nvGrpSpPr>
      <p:grpSpPr>
        <a:xfrm>
          <a:off x="0" y="0"/>
          <a:ext cx="0" cy="0"/>
          <a:chOff x="0" y="0"/>
          <a:chExt cx="0" cy="0"/>
        </a:xfrm>
      </p:grpSpPr>
      <p:sp>
        <p:nvSpPr>
          <p:cNvPr id="3" name="Slide Number Placeholder 5"/>
          <p:cNvSpPr txBox="1">
            <a:spLocks/>
          </p:cNvSpPr>
          <p:nvPr userDrawn="1"/>
        </p:nvSpPr>
        <p:spPr>
          <a:xfrm>
            <a:off x="80391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983514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tailed Process Flow Chart">
    <p:spTree>
      <p:nvGrpSpPr>
        <p:cNvPr id="1" name=""/>
        <p:cNvGrpSpPr/>
        <p:nvPr/>
      </p:nvGrpSpPr>
      <p:grpSpPr>
        <a:xfrm>
          <a:off x="0" y="0"/>
          <a:ext cx="0" cy="0"/>
          <a:chOff x="0" y="0"/>
          <a:chExt cx="0" cy="0"/>
        </a:xfrm>
      </p:grpSpPr>
      <p:sp>
        <p:nvSpPr>
          <p:cNvPr id="22" name="Text Box 713"/>
          <p:cNvSpPr txBox="1">
            <a:spLocks noChangeArrowheads="1"/>
          </p:cNvSpPr>
          <p:nvPr userDrawn="1"/>
        </p:nvSpPr>
        <p:spPr bwMode="auto">
          <a:xfrm>
            <a:off x="173000" y="533400"/>
            <a:ext cx="5465800" cy="3013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85104" tIns="42551" rIns="85104" bIns="42551">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algn="l">
              <a:spcBef>
                <a:spcPct val="50000"/>
              </a:spcBef>
            </a:pPr>
            <a:r>
              <a:rPr lang="en-US" sz="1400" b="1" dirty="0">
                <a:solidFill>
                  <a:srgbClr val="000000"/>
                </a:solidFill>
              </a:rPr>
              <a:t>DETAILED PROCESS FLOW CHART </a:t>
            </a:r>
          </a:p>
        </p:txBody>
      </p:sp>
      <p:sp>
        <p:nvSpPr>
          <p:cNvPr id="4" name="Slide Number Placeholder 5"/>
          <p:cNvSpPr txBox="1">
            <a:spLocks/>
          </p:cNvSpPr>
          <p:nvPr userDrawn="1"/>
        </p:nvSpPr>
        <p:spPr>
          <a:xfrm>
            <a:off x="8077200" y="152400"/>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215643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cess Flow- Symbol Chart">
    <p:spTree>
      <p:nvGrpSpPr>
        <p:cNvPr id="1" name=""/>
        <p:cNvGrpSpPr/>
        <p:nvPr/>
      </p:nvGrpSpPr>
      <p:grpSpPr>
        <a:xfrm>
          <a:off x="0" y="0"/>
          <a:ext cx="0" cy="0"/>
          <a:chOff x="0" y="0"/>
          <a:chExt cx="0" cy="0"/>
        </a:xfrm>
      </p:grpSpPr>
      <p:sp>
        <p:nvSpPr>
          <p:cNvPr id="5"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1587954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wim Lane Color Template (optional)">
    <p:spTree>
      <p:nvGrpSpPr>
        <p:cNvPr id="1" name=""/>
        <p:cNvGrpSpPr/>
        <p:nvPr/>
      </p:nvGrpSpPr>
      <p:grpSpPr>
        <a:xfrm>
          <a:off x="0" y="0"/>
          <a:ext cx="0" cy="0"/>
          <a:chOff x="0" y="0"/>
          <a:chExt cx="0" cy="0"/>
        </a:xfrm>
      </p:grpSpPr>
      <p:sp>
        <p:nvSpPr>
          <p:cNvPr id="7" name="Text Box 117"/>
          <p:cNvSpPr txBox="1">
            <a:spLocks noChangeArrowheads="1"/>
          </p:cNvSpPr>
          <p:nvPr userDrawn="1"/>
        </p:nvSpPr>
        <p:spPr bwMode="auto">
          <a:xfrm>
            <a:off x="304800" y="609600"/>
            <a:ext cx="85344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marL="0" marR="0" indent="0" algn="l" defTabSz="914400" rtl="0" eaLnBrk="0" fontAlgn="auto" latinLnBrk="0" hangingPunct="0">
              <a:lnSpc>
                <a:spcPct val="100000"/>
              </a:lnSpc>
              <a:spcBef>
                <a:spcPct val="50000"/>
              </a:spcBef>
              <a:spcAft>
                <a:spcPts val="0"/>
              </a:spcAft>
              <a:buClrTx/>
              <a:buSzTx/>
              <a:buFontTx/>
              <a:buNone/>
              <a:tabLst/>
              <a:defRPr/>
            </a:pPr>
            <a:r>
              <a:rPr lang="en-US" sz="1400" b="1" dirty="0">
                <a:solidFill>
                  <a:schemeClr val="tx1"/>
                </a:solidFill>
              </a:rPr>
              <a:t>SWIM LANE COLOR TEMPLATE: </a:t>
            </a:r>
            <a:r>
              <a:rPr lang="en-US" sz="1100" b="0" dirty="0">
                <a:solidFill>
                  <a:schemeClr val="tx1">
                    <a:lumMod val="65000"/>
                    <a:lumOff val="35000"/>
                  </a:schemeClr>
                </a:solidFill>
              </a:rPr>
              <a:t>(Optional - </a:t>
            </a:r>
            <a:r>
              <a:rPr lang="en-US" sz="1100" baseline="0" dirty="0">
                <a:solidFill>
                  <a:schemeClr val="tx1">
                    <a:lumMod val="65000"/>
                    <a:lumOff val="35000"/>
                  </a:schemeClr>
                </a:solidFill>
              </a:rPr>
              <a:t>Delete this slide after use. Do not include this slide in a published document.</a:t>
            </a:r>
            <a:r>
              <a:rPr lang="en-US" sz="1100" b="0" kern="0" baseline="0" dirty="0">
                <a:solidFill>
                  <a:schemeClr val="tx1">
                    <a:lumMod val="65000"/>
                    <a:lumOff val="35000"/>
                  </a:schemeClr>
                </a:solidFill>
                <a:cs typeface="+mn-cs"/>
              </a:rPr>
              <a:t>)</a:t>
            </a:r>
            <a:endParaRPr lang="en-US" sz="1100" baseline="0" dirty="0">
              <a:solidFill>
                <a:schemeClr val="tx1">
                  <a:lumMod val="65000"/>
                  <a:lumOff val="35000"/>
                </a:schemeClr>
              </a:solidFill>
            </a:endParaRPr>
          </a:p>
        </p:txBody>
      </p:sp>
      <p:sp>
        <p:nvSpPr>
          <p:cNvPr id="4" name="Slide Number Placeholder 5"/>
          <p:cNvSpPr txBox="1">
            <a:spLocks/>
          </p:cNvSpPr>
          <p:nvPr userDrawn="1"/>
        </p:nvSpPr>
        <p:spPr>
          <a:xfrm>
            <a:off x="80899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1383710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all Process Notes (optional)">
    <p:spTree>
      <p:nvGrpSpPr>
        <p:cNvPr id="1" name=""/>
        <p:cNvGrpSpPr/>
        <p:nvPr/>
      </p:nvGrpSpPr>
      <p:grpSpPr>
        <a:xfrm>
          <a:off x="0" y="0"/>
          <a:ext cx="0" cy="0"/>
          <a:chOff x="0" y="0"/>
          <a:chExt cx="0" cy="0"/>
        </a:xfrm>
      </p:grpSpPr>
      <p:sp>
        <p:nvSpPr>
          <p:cNvPr id="4" name="Rectangle 2"/>
          <p:cNvSpPr txBox="1">
            <a:spLocks noChangeArrowheads="1"/>
          </p:cNvSpPr>
          <p:nvPr userDrawn="1"/>
        </p:nvSpPr>
        <p:spPr bwMode="auto">
          <a:xfrm>
            <a:off x="228600" y="533400"/>
            <a:ext cx="5597525"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dirty="0">
                <a:latin typeface="Arial" pitchFamily="34" charset="0"/>
              </a:rPr>
              <a:t>PROCESS NOTES</a:t>
            </a:r>
            <a:endParaRPr lang="en-US" altLang="en-US" sz="1400" dirty="0">
              <a:latin typeface="Arial" pitchFamily="34" charset="0"/>
            </a:endParaRPr>
          </a:p>
        </p:txBody>
      </p:sp>
      <p:sp>
        <p:nvSpPr>
          <p:cNvPr id="5"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360626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ocess Flow Details (optional)">
    <p:spTree>
      <p:nvGrpSpPr>
        <p:cNvPr id="1" name=""/>
        <p:cNvGrpSpPr/>
        <p:nvPr/>
      </p:nvGrpSpPr>
      <p:grpSpPr>
        <a:xfrm>
          <a:off x="0" y="0"/>
          <a:ext cx="0" cy="0"/>
          <a:chOff x="0" y="0"/>
          <a:chExt cx="0" cy="0"/>
        </a:xfrm>
      </p:grpSpPr>
      <p:sp>
        <p:nvSpPr>
          <p:cNvPr id="8" name="Rectangle 2"/>
          <p:cNvSpPr txBox="1">
            <a:spLocks noChangeArrowheads="1"/>
          </p:cNvSpPr>
          <p:nvPr userDrawn="1"/>
        </p:nvSpPr>
        <p:spPr bwMode="auto">
          <a:xfrm>
            <a:off x="228600" y="457200"/>
            <a:ext cx="647700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dirty="0">
                <a:latin typeface="Arial" pitchFamily="34" charset="0"/>
              </a:rPr>
              <a:t>PROCESS FLOW DETAILS</a:t>
            </a:r>
            <a:endParaRPr lang="en-US" altLang="en-US" sz="1400" dirty="0">
              <a:latin typeface="Arial" pitchFamily="34" charset="0"/>
            </a:endParaRPr>
          </a:p>
        </p:txBody>
      </p:sp>
      <p:sp>
        <p:nvSpPr>
          <p:cNvPr id="4"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178331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General Roles and Responsibilities (optional)">
    <p:spTree>
      <p:nvGrpSpPr>
        <p:cNvPr id="1" name=""/>
        <p:cNvGrpSpPr/>
        <p:nvPr/>
      </p:nvGrpSpPr>
      <p:grpSpPr>
        <a:xfrm>
          <a:off x="0" y="0"/>
          <a:ext cx="0" cy="0"/>
          <a:chOff x="0" y="0"/>
          <a:chExt cx="0" cy="0"/>
        </a:xfrm>
      </p:grpSpPr>
      <p:sp>
        <p:nvSpPr>
          <p:cNvPr id="4"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
        <p:nvSpPr>
          <p:cNvPr id="2" name="Rectangle 2">
            <a:extLst>
              <a:ext uri="{FF2B5EF4-FFF2-40B4-BE49-F238E27FC236}">
                <a16:creationId xmlns:a16="http://schemas.microsoft.com/office/drawing/2014/main" id="{461856B4-2F83-2A72-2E66-13ABBB0036F3}"/>
              </a:ext>
            </a:extLst>
          </p:cNvPr>
          <p:cNvSpPr txBox="1">
            <a:spLocks noChangeArrowheads="1"/>
          </p:cNvSpPr>
          <p:nvPr userDrawn="1"/>
        </p:nvSpPr>
        <p:spPr bwMode="auto">
          <a:xfrm>
            <a:off x="228600" y="457200"/>
            <a:ext cx="6477000" cy="34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5152" tIns="42576" rIns="85152" bIns="42576"/>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altLang="en-US" sz="1400" b="1" dirty="0">
                <a:latin typeface="Arial" pitchFamily="34" charset="0"/>
              </a:rPr>
              <a:t>DEFINITIONS</a:t>
            </a:r>
            <a:endParaRPr lang="en-US" altLang="en-US" sz="1400" dirty="0">
              <a:latin typeface="Arial" pitchFamily="34" charset="0"/>
            </a:endParaRPr>
          </a:p>
        </p:txBody>
      </p:sp>
    </p:spTree>
    <p:extLst>
      <p:ext uri="{BB962C8B-B14F-4D97-AF65-F5344CB8AC3E}">
        <p14:creationId xmlns:p14="http://schemas.microsoft.com/office/powerpoint/2010/main" val="3506168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dditional Resources and References">
    <p:spTree>
      <p:nvGrpSpPr>
        <p:cNvPr id="1" name=""/>
        <p:cNvGrpSpPr/>
        <p:nvPr/>
      </p:nvGrpSpPr>
      <p:grpSpPr>
        <a:xfrm>
          <a:off x="0" y="0"/>
          <a:ext cx="0" cy="0"/>
          <a:chOff x="0" y="0"/>
          <a:chExt cx="0" cy="0"/>
        </a:xfrm>
      </p:grpSpPr>
      <p:sp>
        <p:nvSpPr>
          <p:cNvPr id="8" name="Rectangle 2"/>
          <p:cNvSpPr>
            <a:spLocks noChangeArrowheads="1"/>
          </p:cNvSpPr>
          <p:nvPr userDrawn="1"/>
        </p:nvSpPr>
        <p:spPr bwMode="auto">
          <a:xfrm>
            <a:off x="228600" y="533400"/>
            <a:ext cx="5486400" cy="275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881063">
              <a:defRPr>
                <a:solidFill>
                  <a:schemeClr val="tx1"/>
                </a:solidFill>
                <a:latin typeface="Calibri" pitchFamily="34" charset="0"/>
              </a:defRPr>
            </a:lvl1pPr>
            <a:lvl2pPr marL="742950" indent="-285750" defTabSz="881063">
              <a:defRPr>
                <a:solidFill>
                  <a:schemeClr val="tx1"/>
                </a:solidFill>
                <a:latin typeface="Calibri" pitchFamily="34" charset="0"/>
              </a:defRPr>
            </a:lvl2pPr>
            <a:lvl3pPr marL="1143000" indent="-228600" defTabSz="881063">
              <a:defRPr>
                <a:solidFill>
                  <a:schemeClr val="tx1"/>
                </a:solidFill>
                <a:latin typeface="Calibri" pitchFamily="34" charset="0"/>
              </a:defRPr>
            </a:lvl3pPr>
            <a:lvl4pPr marL="1600200" indent="-228600" defTabSz="881063">
              <a:defRPr>
                <a:solidFill>
                  <a:schemeClr val="tx1"/>
                </a:solidFill>
                <a:latin typeface="Calibri" pitchFamily="34" charset="0"/>
              </a:defRPr>
            </a:lvl4pPr>
            <a:lvl5pPr marL="2057400" indent="-228600" defTabSz="881063">
              <a:defRPr>
                <a:solidFill>
                  <a:schemeClr val="tx1"/>
                </a:solidFill>
                <a:latin typeface="Calibri" pitchFamily="34" charset="0"/>
              </a:defRPr>
            </a:lvl5pPr>
            <a:lvl6pPr marL="2514600" indent="-228600" defTabSz="881063" fontAlgn="base">
              <a:spcBef>
                <a:spcPct val="0"/>
              </a:spcBef>
              <a:spcAft>
                <a:spcPct val="0"/>
              </a:spcAft>
              <a:defRPr>
                <a:solidFill>
                  <a:schemeClr val="tx1"/>
                </a:solidFill>
                <a:latin typeface="Calibri" pitchFamily="34" charset="0"/>
              </a:defRPr>
            </a:lvl6pPr>
            <a:lvl7pPr marL="2971800" indent="-228600" defTabSz="881063" fontAlgn="base">
              <a:spcBef>
                <a:spcPct val="0"/>
              </a:spcBef>
              <a:spcAft>
                <a:spcPct val="0"/>
              </a:spcAft>
              <a:defRPr>
                <a:solidFill>
                  <a:schemeClr val="tx1"/>
                </a:solidFill>
                <a:latin typeface="Calibri" pitchFamily="34" charset="0"/>
              </a:defRPr>
            </a:lvl7pPr>
            <a:lvl8pPr marL="3429000" indent="-228600" defTabSz="881063" fontAlgn="base">
              <a:spcBef>
                <a:spcPct val="0"/>
              </a:spcBef>
              <a:spcAft>
                <a:spcPct val="0"/>
              </a:spcAft>
              <a:defRPr>
                <a:solidFill>
                  <a:schemeClr val="tx1"/>
                </a:solidFill>
                <a:latin typeface="Calibri" pitchFamily="34" charset="0"/>
              </a:defRPr>
            </a:lvl8pPr>
            <a:lvl9pPr marL="3886200" indent="-228600" defTabSz="881063" fontAlgn="base">
              <a:spcBef>
                <a:spcPct val="0"/>
              </a:spcBef>
              <a:spcAft>
                <a:spcPct val="0"/>
              </a:spcAft>
              <a:defRPr>
                <a:solidFill>
                  <a:schemeClr val="tx1"/>
                </a:solidFill>
                <a:latin typeface="Calibri" pitchFamily="34" charset="0"/>
              </a:defRPr>
            </a:lvl9pPr>
          </a:lstStyle>
          <a:p>
            <a:pPr marL="0" marR="0" indent="0" algn="l" defTabSz="881063" rtl="0" eaLnBrk="1" fontAlgn="auto" latinLnBrk="0" hangingPunct="1">
              <a:lnSpc>
                <a:spcPct val="85000"/>
              </a:lnSpc>
              <a:spcBef>
                <a:spcPts val="0"/>
              </a:spcBef>
              <a:spcAft>
                <a:spcPts val="0"/>
              </a:spcAft>
              <a:buClrTx/>
              <a:buSzTx/>
              <a:buFontTx/>
              <a:buNone/>
              <a:tabLst/>
              <a:defRPr/>
            </a:pPr>
            <a:r>
              <a:rPr lang="en-US" altLang="en-US" sz="1400" b="1" dirty="0">
                <a:solidFill>
                  <a:srgbClr val="000000"/>
                </a:solidFill>
                <a:latin typeface="Arial" pitchFamily="34" charset="0"/>
              </a:rPr>
              <a:t>ADDITIONAL RESOURCES AND REFERENCES</a:t>
            </a:r>
            <a:r>
              <a:rPr lang="en-US" sz="1400" dirty="0"/>
              <a:t> </a:t>
            </a:r>
          </a:p>
        </p:txBody>
      </p:sp>
      <p:sp>
        <p:nvSpPr>
          <p:cNvPr id="4"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Tree>
    <p:extLst>
      <p:ext uri="{BB962C8B-B14F-4D97-AF65-F5344CB8AC3E}">
        <p14:creationId xmlns:p14="http://schemas.microsoft.com/office/powerpoint/2010/main" val="2714751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Procedure Revision Record">
    <p:spTree>
      <p:nvGrpSpPr>
        <p:cNvPr id="1" name=""/>
        <p:cNvGrpSpPr/>
        <p:nvPr/>
      </p:nvGrpSpPr>
      <p:grpSpPr>
        <a:xfrm>
          <a:off x="0" y="0"/>
          <a:ext cx="0" cy="0"/>
          <a:chOff x="0" y="0"/>
          <a:chExt cx="0" cy="0"/>
        </a:xfrm>
      </p:grpSpPr>
      <p:sp>
        <p:nvSpPr>
          <p:cNvPr id="4"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
        <p:nvSpPr>
          <p:cNvPr id="8" name="Text Box 141">
            <a:extLst>
              <a:ext uri="{FF2B5EF4-FFF2-40B4-BE49-F238E27FC236}">
                <a16:creationId xmlns:a16="http://schemas.microsoft.com/office/drawing/2014/main" id="{6511972C-D615-A150-6BA1-71B4EB209459}"/>
              </a:ext>
            </a:extLst>
          </p:cNvPr>
          <p:cNvSpPr txBox="1">
            <a:spLocks noChangeArrowheads="1"/>
          </p:cNvSpPr>
          <p:nvPr userDrawn="1"/>
        </p:nvSpPr>
        <p:spPr bwMode="auto">
          <a:xfrm>
            <a:off x="304800" y="533400"/>
            <a:ext cx="84582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fontAlgn="base">
              <a:spcBef>
                <a:spcPct val="20000"/>
              </a:spcBef>
              <a:spcAft>
                <a:spcPct val="0"/>
              </a:spcAft>
              <a:buFont typeface="Arial" pitchFamily="34" charset="0"/>
              <a:buChar char="»"/>
              <a:defRPr sz="2000">
                <a:solidFill>
                  <a:schemeClr val="tx1"/>
                </a:solidFill>
                <a:latin typeface="Calibri" pitchFamily="34" charset="0"/>
              </a:defRPr>
            </a:lvl6pPr>
            <a:lvl7pPr marL="2971800" indent="-228600" fontAlgn="base">
              <a:spcBef>
                <a:spcPct val="20000"/>
              </a:spcBef>
              <a:spcAft>
                <a:spcPct val="0"/>
              </a:spcAft>
              <a:buFont typeface="Arial" pitchFamily="34" charset="0"/>
              <a:buChar char="»"/>
              <a:defRPr sz="2000">
                <a:solidFill>
                  <a:schemeClr val="tx1"/>
                </a:solidFill>
                <a:latin typeface="Calibri" pitchFamily="34" charset="0"/>
              </a:defRPr>
            </a:lvl7pPr>
            <a:lvl8pPr marL="3429000" indent="-228600" fontAlgn="base">
              <a:spcBef>
                <a:spcPct val="20000"/>
              </a:spcBef>
              <a:spcAft>
                <a:spcPct val="0"/>
              </a:spcAft>
              <a:buFont typeface="Arial" pitchFamily="34" charset="0"/>
              <a:buChar char="»"/>
              <a:defRPr sz="2000">
                <a:solidFill>
                  <a:schemeClr val="tx1"/>
                </a:solidFill>
                <a:latin typeface="Calibri" pitchFamily="34" charset="0"/>
              </a:defRPr>
            </a:lvl8pPr>
            <a:lvl9pPr marL="3886200" indent="-228600" fontAlgn="base">
              <a:spcBef>
                <a:spcPct val="20000"/>
              </a:spcBef>
              <a:spcAft>
                <a:spcPct val="0"/>
              </a:spcAft>
              <a:buFont typeface="Arial" pitchFamily="34" charset="0"/>
              <a:buChar char="»"/>
              <a:defRPr sz="2000">
                <a:solidFill>
                  <a:schemeClr val="tx1"/>
                </a:solidFill>
                <a:latin typeface="Calibri" pitchFamily="34" charset="0"/>
              </a:defRPr>
            </a:lvl9pPr>
          </a:lstStyle>
          <a:p>
            <a:pPr>
              <a:spcBef>
                <a:spcPct val="50000"/>
              </a:spcBef>
              <a:buFontTx/>
              <a:buNone/>
            </a:pPr>
            <a:r>
              <a:rPr lang="en-US" altLang="en-US" sz="1400" b="1" dirty="0">
                <a:solidFill>
                  <a:srgbClr val="000000"/>
                </a:solidFill>
                <a:latin typeface="Arial" pitchFamily="34" charset="0"/>
              </a:rPr>
              <a:t>CHANGE HISTORY</a:t>
            </a:r>
            <a:endParaRPr lang="en-US" altLang="en-US" sz="1000" b="0" dirty="0">
              <a:solidFill>
                <a:schemeClr val="bg1">
                  <a:lumMod val="65000"/>
                </a:schemeClr>
              </a:solidFill>
              <a:latin typeface="Arial" pitchFamily="34" charset="0"/>
            </a:endParaRPr>
          </a:p>
        </p:txBody>
      </p:sp>
    </p:spTree>
    <p:extLst>
      <p:ext uri="{BB962C8B-B14F-4D97-AF65-F5344CB8AC3E}">
        <p14:creationId xmlns:p14="http://schemas.microsoft.com/office/powerpoint/2010/main" val="1396418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Procedure Revision Record">
    <p:spTree>
      <p:nvGrpSpPr>
        <p:cNvPr id="1" name=""/>
        <p:cNvGrpSpPr/>
        <p:nvPr/>
      </p:nvGrpSpPr>
      <p:grpSpPr>
        <a:xfrm>
          <a:off x="0" y="0"/>
          <a:ext cx="0" cy="0"/>
          <a:chOff x="0" y="0"/>
          <a:chExt cx="0" cy="0"/>
        </a:xfrm>
      </p:grpSpPr>
      <p:sp>
        <p:nvSpPr>
          <p:cNvPr id="4"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
        <p:nvSpPr>
          <p:cNvPr id="8" name="Text Box 141">
            <a:extLst>
              <a:ext uri="{FF2B5EF4-FFF2-40B4-BE49-F238E27FC236}">
                <a16:creationId xmlns:a16="http://schemas.microsoft.com/office/drawing/2014/main" id="{6511972C-D615-A150-6BA1-71B4EB209459}"/>
              </a:ext>
            </a:extLst>
          </p:cNvPr>
          <p:cNvSpPr txBox="1">
            <a:spLocks noChangeArrowheads="1"/>
          </p:cNvSpPr>
          <p:nvPr userDrawn="1"/>
        </p:nvSpPr>
        <p:spPr bwMode="auto">
          <a:xfrm>
            <a:off x="304800" y="533400"/>
            <a:ext cx="84582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fontAlgn="base">
              <a:spcBef>
                <a:spcPct val="20000"/>
              </a:spcBef>
              <a:spcAft>
                <a:spcPct val="0"/>
              </a:spcAft>
              <a:buFont typeface="Arial" pitchFamily="34" charset="0"/>
              <a:buChar char="»"/>
              <a:defRPr sz="2000">
                <a:solidFill>
                  <a:schemeClr val="tx1"/>
                </a:solidFill>
                <a:latin typeface="Calibri" pitchFamily="34" charset="0"/>
              </a:defRPr>
            </a:lvl6pPr>
            <a:lvl7pPr marL="2971800" indent="-228600" fontAlgn="base">
              <a:spcBef>
                <a:spcPct val="20000"/>
              </a:spcBef>
              <a:spcAft>
                <a:spcPct val="0"/>
              </a:spcAft>
              <a:buFont typeface="Arial" pitchFamily="34" charset="0"/>
              <a:buChar char="»"/>
              <a:defRPr sz="2000">
                <a:solidFill>
                  <a:schemeClr val="tx1"/>
                </a:solidFill>
                <a:latin typeface="Calibri" pitchFamily="34" charset="0"/>
              </a:defRPr>
            </a:lvl7pPr>
            <a:lvl8pPr marL="3429000" indent="-228600" fontAlgn="base">
              <a:spcBef>
                <a:spcPct val="20000"/>
              </a:spcBef>
              <a:spcAft>
                <a:spcPct val="0"/>
              </a:spcAft>
              <a:buFont typeface="Arial" pitchFamily="34" charset="0"/>
              <a:buChar char="»"/>
              <a:defRPr sz="2000">
                <a:solidFill>
                  <a:schemeClr val="tx1"/>
                </a:solidFill>
                <a:latin typeface="Calibri" pitchFamily="34" charset="0"/>
              </a:defRPr>
            </a:lvl8pPr>
            <a:lvl9pPr marL="3886200" indent="-228600" fontAlgn="base">
              <a:spcBef>
                <a:spcPct val="20000"/>
              </a:spcBef>
              <a:spcAft>
                <a:spcPct val="0"/>
              </a:spcAft>
              <a:buFont typeface="Arial" pitchFamily="34" charset="0"/>
              <a:buChar char="»"/>
              <a:defRPr sz="2000">
                <a:solidFill>
                  <a:schemeClr val="tx1"/>
                </a:solidFill>
                <a:latin typeface="Calibri" pitchFamily="34" charset="0"/>
              </a:defRPr>
            </a:lvl9pPr>
          </a:lstStyle>
          <a:p>
            <a:pPr>
              <a:spcBef>
                <a:spcPct val="50000"/>
              </a:spcBef>
              <a:buFontTx/>
              <a:buNone/>
            </a:pPr>
            <a:r>
              <a:rPr lang="en-US" altLang="en-US" sz="1400" b="1" dirty="0">
                <a:solidFill>
                  <a:srgbClr val="000000"/>
                </a:solidFill>
                <a:latin typeface="Arial" pitchFamily="34" charset="0"/>
              </a:rPr>
              <a:t>CHANGE HISTORY</a:t>
            </a:r>
            <a:endParaRPr lang="en-US" altLang="en-US" sz="1000" b="0" dirty="0">
              <a:solidFill>
                <a:schemeClr val="bg1">
                  <a:lumMod val="65000"/>
                </a:schemeClr>
              </a:solidFill>
              <a:latin typeface="Arial" pitchFamily="34" charset="0"/>
            </a:endParaRPr>
          </a:p>
        </p:txBody>
      </p:sp>
    </p:spTree>
    <p:extLst>
      <p:ext uri="{BB962C8B-B14F-4D97-AF65-F5344CB8AC3E}">
        <p14:creationId xmlns:p14="http://schemas.microsoft.com/office/powerpoint/2010/main" val="1833131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Procedure Revision Record">
    <p:spTree>
      <p:nvGrpSpPr>
        <p:cNvPr id="1" name=""/>
        <p:cNvGrpSpPr/>
        <p:nvPr/>
      </p:nvGrpSpPr>
      <p:grpSpPr>
        <a:xfrm>
          <a:off x="0" y="0"/>
          <a:ext cx="0" cy="0"/>
          <a:chOff x="0" y="0"/>
          <a:chExt cx="0" cy="0"/>
        </a:xfrm>
      </p:grpSpPr>
      <p:sp>
        <p:nvSpPr>
          <p:cNvPr id="4" name="Slide Number Placeholder 5"/>
          <p:cNvSpPr txBox="1">
            <a:spLocks/>
          </p:cNvSpPr>
          <p:nvPr userDrawn="1"/>
        </p:nvSpPr>
        <p:spPr>
          <a:xfrm>
            <a:off x="8077200" y="150421"/>
            <a:ext cx="381000" cy="230579"/>
          </a:xfrm>
          <a:prstGeom prst="rect">
            <a:avLst/>
          </a:prstGeom>
        </p:spPr>
        <p:txBody>
          <a:bodyPr anchor="ctr"/>
          <a:lstStyle>
            <a:defPPr>
              <a:defRPr lang="en-US"/>
            </a:defPPr>
            <a:lvl1pPr marL="0" algn="l" defTabSz="91440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A82B5BDE-5F32-4E1B-94F7-40F5AE9BF38D}" type="slidenum">
              <a:rPr lang="en-US" sz="800" smtClean="0"/>
              <a:pPr algn="ctr"/>
              <a:t>‹#›</a:t>
            </a:fld>
            <a:r>
              <a:rPr lang="en-US" sz="800" dirty="0"/>
              <a:t> </a:t>
            </a:r>
          </a:p>
        </p:txBody>
      </p:sp>
      <p:sp>
        <p:nvSpPr>
          <p:cNvPr id="8" name="Text Box 141">
            <a:extLst>
              <a:ext uri="{FF2B5EF4-FFF2-40B4-BE49-F238E27FC236}">
                <a16:creationId xmlns:a16="http://schemas.microsoft.com/office/drawing/2014/main" id="{6511972C-D615-A150-6BA1-71B4EB209459}"/>
              </a:ext>
            </a:extLst>
          </p:cNvPr>
          <p:cNvSpPr txBox="1">
            <a:spLocks noChangeArrowheads="1"/>
          </p:cNvSpPr>
          <p:nvPr userDrawn="1"/>
        </p:nvSpPr>
        <p:spPr bwMode="auto">
          <a:xfrm>
            <a:off x="304800" y="533400"/>
            <a:ext cx="8458200" cy="2154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fontAlgn="base">
              <a:spcBef>
                <a:spcPct val="20000"/>
              </a:spcBef>
              <a:spcAft>
                <a:spcPct val="0"/>
              </a:spcAft>
              <a:buFont typeface="Arial" pitchFamily="34" charset="0"/>
              <a:buChar char="»"/>
              <a:defRPr sz="2000">
                <a:solidFill>
                  <a:schemeClr val="tx1"/>
                </a:solidFill>
                <a:latin typeface="Calibri" pitchFamily="34" charset="0"/>
              </a:defRPr>
            </a:lvl6pPr>
            <a:lvl7pPr marL="2971800" indent="-228600" fontAlgn="base">
              <a:spcBef>
                <a:spcPct val="20000"/>
              </a:spcBef>
              <a:spcAft>
                <a:spcPct val="0"/>
              </a:spcAft>
              <a:buFont typeface="Arial" pitchFamily="34" charset="0"/>
              <a:buChar char="»"/>
              <a:defRPr sz="2000">
                <a:solidFill>
                  <a:schemeClr val="tx1"/>
                </a:solidFill>
                <a:latin typeface="Calibri" pitchFamily="34" charset="0"/>
              </a:defRPr>
            </a:lvl7pPr>
            <a:lvl8pPr marL="3429000" indent="-228600" fontAlgn="base">
              <a:spcBef>
                <a:spcPct val="20000"/>
              </a:spcBef>
              <a:spcAft>
                <a:spcPct val="0"/>
              </a:spcAft>
              <a:buFont typeface="Arial" pitchFamily="34" charset="0"/>
              <a:buChar char="»"/>
              <a:defRPr sz="2000">
                <a:solidFill>
                  <a:schemeClr val="tx1"/>
                </a:solidFill>
                <a:latin typeface="Calibri" pitchFamily="34" charset="0"/>
              </a:defRPr>
            </a:lvl8pPr>
            <a:lvl9pPr marL="3886200" indent="-228600" fontAlgn="base">
              <a:spcBef>
                <a:spcPct val="20000"/>
              </a:spcBef>
              <a:spcAft>
                <a:spcPct val="0"/>
              </a:spcAft>
              <a:buFont typeface="Arial" pitchFamily="34" charset="0"/>
              <a:buChar char="»"/>
              <a:defRPr sz="2000">
                <a:solidFill>
                  <a:schemeClr val="tx1"/>
                </a:solidFill>
                <a:latin typeface="Calibri" pitchFamily="34" charset="0"/>
              </a:defRPr>
            </a:lvl9pPr>
          </a:lstStyle>
          <a:p>
            <a:pPr>
              <a:spcBef>
                <a:spcPct val="50000"/>
              </a:spcBef>
              <a:buFontTx/>
              <a:buNone/>
            </a:pPr>
            <a:r>
              <a:rPr lang="en-US" altLang="en-US" sz="1400" b="1" dirty="0">
                <a:solidFill>
                  <a:srgbClr val="000000"/>
                </a:solidFill>
                <a:latin typeface="Arial" pitchFamily="34" charset="0"/>
              </a:rPr>
              <a:t>GENERAL</a:t>
            </a:r>
            <a:r>
              <a:rPr lang="en-US" altLang="en-US" sz="1400" b="1" baseline="0" dirty="0">
                <a:solidFill>
                  <a:srgbClr val="000000"/>
                </a:solidFill>
                <a:latin typeface="Arial" pitchFamily="34" charset="0"/>
              </a:rPr>
              <a:t> </a:t>
            </a:r>
            <a:r>
              <a:rPr lang="en-US" altLang="en-US" sz="1400" b="1" dirty="0">
                <a:solidFill>
                  <a:srgbClr val="000000"/>
                </a:solidFill>
                <a:latin typeface="Arial" pitchFamily="34" charset="0"/>
              </a:rPr>
              <a:t>ROLES &amp; RESPONSIBILITIES – RASI</a:t>
            </a:r>
            <a:r>
              <a:rPr lang="en-US" altLang="en-US" sz="1000" b="0" dirty="0">
                <a:solidFill>
                  <a:schemeClr val="bg1">
                    <a:lumMod val="65000"/>
                  </a:schemeClr>
                </a:solidFill>
                <a:latin typeface="Arial" pitchFamily="34" charset="0"/>
              </a:rPr>
              <a:t> </a:t>
            </a:r>
          </a:p>
        </p:txBody>
      </p:sp>
    </p:spTree>
    <p:extLst>
      <p:ext uri="{BB962C8B-B14F-4D97-AF65-F5344CB8AC3E}">
        <p14:creationId xmlns:p14="http://schemas.microsoft.com/office/powerpoint/2010/main" val="3758838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8100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Slide Number Placeholder 5"/>
          <p:cNvSpPr>
            <a:spLocks noGrp="1"/>
          </p:cNvSpPr>
          <p:nvPr>
            <p:ph type="sldNum" sz="quarter" idx="4"/>
          </p:nvPr>
        </p:nvSpPr>
        <p:spPr>
          <a:xfrm>
            <a:off x="8077200" y="150421"/>
            <a:ext cx="381000" cy="230579"/>
          </a:xfrm>
          <a:prstGeom prst="rect">
            <a:avLst/>
          </a:prstGeom>
        </p:spPr>
        <p:txBody>
          <a:bodyPr/>
          <a:lstStyle>
            <a:lvl1pPr>
              <a:defRPr sz="800">
                <a:latin typeface="Arial" panose="020B0604020202020204" pitchFamily="34" charset="0"/>
                <a:cs typeface="Arial" panose="020B0604020202020204" pitchFamily="34" charset="0"/>
              </a:defRPr>
            </a:lvl1pPr>
          </a:lstStyle>
          <a:p>
            <a:fld id="{A82B5BDE-5F32-4E1B-94F7-40F5AE9BF38D}" type="slidenum">
              <a:rPr lang="en-US" smtClean="0"/>
              <a:pPr/>
              <a:t>‹#›</a:t>
            </a:fld>
            <a:r>
              <a:rPr lang="en-US" dirty="0"/>
              <a:t> </a:t>
            </a:r>
          </a:p>
        </p:txBody>
      </p:sp>
      <p:graphicFrame>
        <p:nvGraphicFramePr>
          <p:cNvPr id="6" name="Group 61"/>
          <p:cNvGraphicFramePr>
            <a:graphicFrameLocks noGrp="1"/>
          </p:cNvGraphicFramePr>
          <p:nvPr userDrawn="1">
            <p:extLst>
              <p:ext uri="{D42A27DB-BD31-4B8C-83A1-F6EECF244321}">
                <p14:modId xmlns:p14="http://schemas.microsoft.com/office/powerpoint/2010/main" val="1510765483"/>
              </p:ext>
            </p:extLst>
          </p:nvPr>
        </p:nvGraphicFramePr>
        <p:xfrm>
          <a:off x="236538" y="147948"/>
          <a:ext cx="8755062" cy="210610"/>
        </p:xfrm>
        <a:graphic>
          <a:graphicData uri="http://schemas.openxmlformats.org/drawingml/2006/table">
            <a:tbl>
              <a:tblPr>
                <a:effectLst/>
              </a:tblPr>
              <a:tblGrid>
                <a:gridCol w="2167093">
                  <a:extLst>
                    <a:ext uri="{9D8B030D-6E8A-4147-A177-3AD203B41FA5}">
                      <a16:colId xmlns:a16="http://schemas.microsoft.com/office/drawing/2014/main" val="20000"/>
                    </a:ext>
                  </a:extLst>
                </a:gridCol>
                <a:gridCol w="3727403">
                  <a:extLst>
                    <a:ext uri="{9D8B030D-6E8A-4147-A177-3AD203B41FA5}">
                      <a16:colId xmlns:a16="http://schemas.microsoft.com/office/drawing/2014/main" val="20001"/>
                    </a:ext>
                  </a:extLst>
                </a:gridCol>
                <a:gridCol w="1532184">
                  <a:extLst>
                    <a:ext uri="{9D8B030D-6E8A-4147-A177-3AD203B41FA5}">
                      <a16:colId xmlns:a16="http://schemas.microsoft.com/office/drawing/2014/main" val="20002"/>
                    </a:ext>
                  </a:extLst>
                </a:gridCol>
                <a:gridCol w="1328382">
                  <a:extLst>
                    <a:ext uri="{9D8B030D-6E8A-4147-A177-3AD203B41FA5}">
                      <a16:colId xmlns:a16="http://schemas.microsoft.com/office/drawing/2014/main" val="20003"/>
                    </a:ext>
                  </a:extLst>
                </a:gridCol>
              </a:tblGrid>
              <a:tr h="210610">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800" b="1" i="0" u="none" strike="noStrike" cap="none" normalizeH="0" baseline="0" dirty="0">
                          <a:ln>
                            <a:noFill/>
                          </a:ln>
                          <a:solidFill>
                            <a:schemeClr val="tx1"/>
                          </a:solidFill>
                          <a:effectLst/>
                          <a:latin typeface="Arial" charset="0"/>
                        </a:rPr>
                        <a:t>EAEP_4-1_ME-EDS_10-01_EN</a:t>
                      </a:r>
                    </a:p>
                  </a:txBody>
                  <a:tcPr marL="85859" marR="85859" marT="42119" marB="4211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800" b="1" i="0" u="none" strike="noStrike" cap="none" normalizeH="0" baseline="0" dirty="0">
                          <a:ln>
                            <a:noFill/>
                          </a:ln>
                          <a:solidFill>
                            <a:schemeClr val="tx1"/>
                          </a:solidFill>
                          <a:effectLst/>
                          <a:latin typeface="Arial" charset="0"/>
                        </a:rPr>
                        <a:t>Engineering Change Management</a:t>
                      </a:r>
                    </a:p>
                  </a:txBody>
                  <a:tcPr marL="85859" marR="85859" marT="42119" marB="421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800" b="1" i="0" u="none" strike="noStrike" cap="none" normalizeH="0" baseline="0" dirty="0">
                          <a:ln>
                            <a:noFill/>
                          </a:ln>
                          <a:solidFill>
                            <a:schemeClr val="tx1"/>
                          </a:solidFill>
                          <a:effectLst/>
                          <a:latin typeface="Arial" charset="0"/>
                        </a:rPr>
                        <a:t>Effective:  12Jan,2026</a:t>
                      </a:r>
                      <a:endParaRPr kumimoji="0" lang="en-US" sz="800" b="1" i="0" u="none" strike="noStrike" cap="none" normalizeH="0" baseline="0" dirty="0">
                        <a:ln>
                          <a:noFill/>
                        </a:ln>
                        <a:solidFill>
                          <a:srgbClr val="FF0000"/>
                        </a:solidFill>
                        <a:effectLst/>
                        <a:latin typeface="Arial" charset="0"/>
                      </a:endParaRPr>
                    </a:p>
                  </a:txBody>
                  <a:tcPr marL="85859" marR="85859" marT="42119" marB="4211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l" defTabSz="947738" rtl="0" eaLnBrk="1" fontAlgn="base" latinLnBrk="0" hangingPunct="1">
                        <a:lnSpc>
                          <a:spcPct val="100000"/>
                        </a:lnSpc>
                        <a:spcBef>
                          <a:spcPct val="50000"/>
                        </a:spcBef>
                        <a:spcAft>
                          <a:spcPct val="0"/>
                        </a:spcAft>
                        <a:buClrTx/>
                        <a:buSzTx/>
                        <a:buFontTx/>
                        <a:buNone/>
                        <a:tabLst/>
                      </a:pPr>
                      <a:r>
                        <a:rPr kumimoji="0" lang="en-US" sz="800" b="1" i="1" u="none" strike="noStrike" cap="none" normalizeH="0" baseline="0" dirty="0">
                          <a:ln>
                            <a:noFill/>
                          </a:ln>
                          <a:solidFill>
                            <a:schemeClr val="tx1"/>
                          </a:solidFill>
                          <a:effectLst/>
                          <a:latin typeface="Arial" charset="0"/>
                        </a:rPr>
                        <a:t>Page:               of   </a:t>
                      </a:r>
                    </a:p>
                  </a:txBody>
                  <a:tcPr marL="85859" marR="85859" marT="42119" marB="42119"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bl>
          </a:graphicData>
        </a:graphic>
      </p:graphicFrame>
      <p:sp>
        <p:nvSpPr>
          <p:cNvPr id="4" name="TextBox 3"/>
          <p:cNvSpPr txBox="1"/>
          <p:nvPr userDrawn="1"/>
        </p:nvSpPr>
        <p:spPr>
          <a:xfrm>
            <a:off x="8655777" y="145531"/>
            <a:ext cx="300082" cy="215444"/>
          </a:xfrm>
          <a:prstGeom prst="rect">
            <a:avLst/>
          </a:prstGeom>
          <a:noFill/>
        </p:spPr>
        <p:txBody>
          <a:bodyPr wrap="none" rtlCol="0">
            <a:spAutoFit/>
          </a:bodyPr>
          <a:lstStyle/>
          <a:p>
            <a:r>
              <a:rPr lang="en-US" sz="800" dirty="0">
                <a:latin typeface="Arial" panose="020B0604020202020204" pitchFamily="34" charset="0"/>
                <a:cs typeface="Arial" panose="020B0604020202020204" pitchFamily="34" charset="0"/>
              </a:rPr>
              <a:t>13</a:t>
            </a:r>
          </a:p>
        </p:txBody>
      </p:sp>
      <p:sp>
        <p:nvSpPr>
          <p:cNvPr id="8" name="TextBox 7">
            <a:extLst>
              <a:ext uri="{FF2B5EF4-FFF2-40B4-BE49-F238E27FC236}">
                <a16:creationId xmlns:a16="http://schemas.microsoft.com/office/drawing/2014/main" id="{A291BC87-97DA-F06B-CE8B-D900ECDED6FE}"/>
              </a:ext>
            </a:extLst>
          </p:cNvPr>
          <p:cNvSpPr txBox="1"/>
          <p:nvPr userDrawn="1">
            <p:extLst>
              <p:ext uri="{1162E1C5-73C7-4A58-AE30-91384D911F3F}">
                <p184:classification xmlns:p184="http://schemas.microsoft.com/office/powerpoint/2018/4/main" val="ftr"/>
              </p:ext>
            </p:extLst>
          </p:nvPr>
        </p:nvSpPr>
        <p:spPr>
          <a:xfrm>
            <a:off x="4349750" y="6626860"/>
            <a:ext cx="476250" cy="167640"/>
          </a:xfrm>
          <a:prstGeom prst="rect">
            <a:avLst/>
          </a:prstGeom>
        </p:spPr>
        <p:txBody>
          <a:bodyPr horzOverflow="overflow" lIns="0" tIns="0" rIns="0" bIns="0">
            <a:spAutoFit/>
          </a:bodyPr>
          <a:lstStyle/>
          <a:p>
            <a:pPr algn="l"/>
            <a:r>
              <a:rPr lang="pt-PT" sz="1100">
                <a:solidFill>
                  <a:srgbClr val="FF0000"/>
                </a:solidFill>
                <a:latin typeface="Calibri" panose="020F0502020204030204" pitchFamily="34" charset="0"/>
                <a:cs typeface="Calibri" panose="020F0502020204030204" pitchFamily="34" charset="0"/>
              </a:rPr>
              <a:t>Internal</a:t>
            </a:r>
          </a:p>
        </p:txBody>
      </p:sp>
      <p:sp>
        <p:nvSpPr>
          <p:cNvPr id="9" name="Rectangle 8">
            <a:extLst>
              <a:ext uri="{FF2B5EF4-FFF2-40B4-BE49-F238E27FC236}">
                <a16:creationId xmlns:a16="http://schemas.microsoft.com/office/drawing/2014/main" id="{4418B7A5-E3B1-8EA0-1032-467BE91198E1}"/>
              </a:ext>
            </a:extLst>
          </p:cNvPr>
          <p:cNvSpPr/>
          <p:nvPr userDrawn="1"/>
        </p:nvSpPr>
        <p:spPr>
          <a:xfrm>
            <a:off x="2057400" y="6371498"/>
            <a:ext cx="5029200" cy="215444"/>
          </a:xfrm>
          <a:prstGeom prst="rect">
            <a:avLst/>
          </a:prstGeom>
        </p:spPr>
        <p:txBody>
          <a:bodyPr wrap="square">
            <a:spAutoFit/>
          </a:bodyPr>
          <a:lstStyle/>
          <a:p>
            <a:pPr algn="ctr"/>
            <a:r>
              <a:rPr kumimoji="0" lang="en-US" altLang="zh-CN" sz="800" b="0" i="1" u="none" strike="noStrike" cap="none" spc="0" normalizeH="0" baseline="0" dirty="0">
                <a:ln>
                  <a:noFill/>
                </a:ln>
                <a:solidFill>
                  <a:schemeClr val="tx1">
                    <a:lumMod val="50000"/>
                    <a:lumOff val="50000"/>
                  </a:schemeClr>
                </a:solidFill>
                <a:effectLst/>
                <a:latin typeface="Times New Roman" pitchFamily="18" charset="0"/>
                <a:cs typeface="Times New Roman" panose="02020603050405020304" pitchFamily="18" charset="0"/>
              </a:rPr>
              <a:t>Document is uncontrolled when printed</a:t>
            </a:r>
            <a:r>
              <a:rPr lang="en-US" altLang="zh-CN" sz="800" spc="0" dirty="0">
                <a:solidFill>
                  <a:schemeClr val="tx1">
                    <a:lumMod val="50000"/>
                    <a:lumOff val="50000"/>
                  </a:schemeClr>
                </a:solidFill>
                <a:effectLst/>
                <a:latin typeface="Times New Roman" pitchFamily="18" charset="0"/>
                <a:cs typeface="Times New Roman" panose="02020603050405020304" pitchFamily="18" charset="0"/>
              </a:rPr>
              <a:t> </a:t>
            </a:r>
            <a:r>
              <a:rPr kumimoji="0" lang="en-US" altLang="zh-CN" sz="800" b="0" i="1" u="none" strike="noStrike" cap="none" spc="0" normalizeH="0" baseline="0" dirty="0">
                <a:ln>
                  <a:noFill/>
                </a:ln>
                <a:solidFill>
                  <a:schemeClr val="tx1">
                    <a:lumMod val="50000"/>
                    <a:lumOff val="50000"/>
                  </a:schemeClr>
                </a:solidFill>
                <a:effectLst/>
                <a:latin typeface="Times New Roman" pitchFamily="18" charset="0"/>
                <a:cs typeface="Times New Roman" panose="02020603050405020304" pitchFamily="18" charset="0"/>
              </a:rPr>
              <a:t>unless properly identified as controlled</a:t>
            </a:r>
          </a:p>
        </p:txBody>
      </p:sp>
      <p:sp>
        <p:nvSpPr>
          <p:cNvPr id="10" name="Rectangle 9">
            <a:extLst>
              <a:ext uri="{FF2B5EF4-FFF2-40B4-BE49-F238E27FC236}">
                <a16:creationId xmlns:a16="http://schemas.microsoft.com/office/drawing/2014/main" id="{C4C5183B-2F4C-316C-3FA6-DB5DA48F8ADF}"/>
              </a:ext>
            </a:extLst>
          </p:cNvPr>
          <p:cNvSpPr/>
          <p:nvPr userDrawn="1"/>
        </p:nvSpPr>
        <p:spPr>
          <a:xfrm>
            <a:off x="8120697" y="6296051"/>
            <a:ext cx="1132205" cy="561949"/>
          </a:xfrm>
          <a:prstGeom prst="rect">
            <a:avLst/>
          </a:prstGeom>
          <a:noFill/>
        </p:spPr>
        <p:txBody>
          <a:bodyPr wrap="squar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indent="0" hangingPunct="0"/>
            <a:r>
              <a:rPr lang="en-US" sz="3000" b="1" kern="1200" dirty="0">
                <a:ln w="22225" cap="flat" cmpd="sng" algn="ctr">
                  <a:solidFill>
                    <a:srgbClr val="C0504D"/>
                  </a:solidFill>
                  <a:prstDash val="solid"/>
                  <a:round/>
                </a:ln>
                <a:solidFill>
                  <a:srgbClr val="DDD9C3"/>
                </a:solidFill>
                <a:effectLst/>
                <a:latin typeface="Calibri" panose="020F0502020204030204" pitchFamily="34" charset="0"/>
                <a:ea typeface="Times New Roman" panose="02020603050405020304" pitchFamily="18" charset="0"/>
                <a:cs typeface="Cordia New" panose="020B0304020202020204" pitchFamily="34" charset="-34"/>
              </a:rPr>
              <a:t>EDS</a:t>
            </a:r>
            <a:endParaRPr lang="en-US" sz="3000"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5638139"/>
      </p:ext>
    </p:extLst>
  </p:cSld>
  <p:clrMap bg1="lt1" tx1="dk1" bg2="lt2" tx2="dk2" accent1="accent1" accent2="accent2" accent3="accent3" accent4="accent4" accent5="accent5" accent6="accent6" hlink="hlink" folHlink="folHlink"/>
  <p:sldLayoutIdLst>
    <p:sldLayoutId id="2147483658" r:id="rId1"/>
    <p:sldLayoutId id="2147483666" r:id="rId2"/>
    <p:sldLayoutId id="2147483667" r:id="rId3"/>
    <p:sldLayoutId id="2147483663" r:id="rId4"/>
    <p:sldLayoutId id="2147483664" r:id="rId5"/>
    <p:sldLayoutId id="2147483653" r:id="rId6"/>
    <p:sldLayoutId id="2147483652" r:id="rId7"/>
    <p:sldLayoutId id="2147483654" r:id="rId8"/>
    <p:sldLayoutId id="2147483668" r:id="rId9"/>
    <p:sldLayoutId id="2147483669" r:id="rId10"/>
    <p:sldLayoutId id="2147483670"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spo.aptiv.com/sites/0407-eosea/GlobalRegional/EAGP_4-2_PE_09_EN.pptx" TargetMode="External"/><Relationship Id="rId13" Type="http://schemas.openxmlformats.org/officeDocument/2006/relationships/hyperlink" Target="https://spo.aptiv.com/sites/0407-eosea/GlobalRegional/EAEP_4-1_ME-EDS_10-01-A01_EN.xlsx" TargetMode="External"/><Relationship Id="rId3" Type="http://schemas.openxmlformats.org/officeDocument/2006/relationships/hyperlink" Target="https://spo.aptiv.com/sites/0407-eosea/GlobalRegional/EAGP_4-1_PE-EDS_10_EN.pptx" TargetMode="External"/><Relationship Id="rId7" Type="http://schemas.openxmlformats.org/officeDocument/2006/relationships/hyperlink" Target="https://www.bpm.ibmcloud.com/auth/index.jsp" TargetMode="External"/><Relationship Id="rId12" Type="http://schemas.openxmlformats.org/officeDocument/2006/relationships/hyperlink" Target="https://spo.aptiv.com/sites/0407-eosea/GlobalRegional/EAGP_4-3_CS-EDS_05_EN.pptx" TargetMode="External"/><Relationship Id="rId2" Type="http://schemas.openxmlformats.org/officeDocument/2006/relationships/notesSlide" Target="../notesSlides/notesSlide1.xml"/><Relationship Id="rId16" Type="http://schemas.openxmlformats.org/officeDocument/2006/relationships/slide" Target="slide10.xml"/><Relationship Id="rId1" Type="http://schemas.openxmlformats.org/officeDocument/2006/relationships/slideLayout" Target="../slideLayouts/slideLayout1.xml"/><Relationship Id="rId6" Type="http://schemas.openxmlformats.org/officeDocument/2006/relationships/hyperlink" Target="https://spo.aptiv.com/sites/0407-eosea/GlobalRegional/EAEP_4-1_ME-EDS_10-01-F03_EN.xlsm" TargetMode="External"/><Relationship Id="rId11" Type="http://schemas.openxmlformats.org/officeDocument/2006/relationships/hyperlink" Target="https://spo.aptiv.com/:x:/r/sites/0407-eosea/GlobalRegional/EAEP_4-1_ME-EDS_01-F06_EN.xlsx?d=we519faafb5cc4997bada8fa715688276&amp;csf=1&amp;web=1" TargetMode="External"/><Relationship Id="rId5" Type="http://schemas.openxmlformats.org/officeDocument/2006/relationships/hyperlink" Target="https://spo.aptiv.com/sites/0407-eosea/GlobalRegional/EAEP_4-1_ME-EDS_10-01-F02_EN.xlsm" TargetMode="External"/><Relationship Id="rId15" Type="http://schemas.openxmlformats.org/officeDocument/2006/relationships/hyperlink" Target="https://spo.aptiv.com/:w:/r/sites/0107-eosho/Policy%20Information/EOS-Glossary.docx?d=wba21ddee93ab4b24b35e0ef7d014dc63&amp;csf=1&amp;web=1" TargetMode="External"/><Relationship Id="rId10" Type="http://schemas.openxmlformats.org/officeDocument/2006/relationships/hyperlink" Target="https://spo.aptiv.com/sites/0407-eosea/GlobalRegional/EAEP_4-1_ME-EDS_10-01-F06_EN.xlsx" TargetMode="External"/><Relationship Id="rId4" Type="http://schemas.openxmlformats.org/officeDocument/2006/relationships/hyperlink" Target="https://spo.aptiv.com/sites/0407-eosea/GlobalRegional/EAEP_4-1_ME-EDS_10-01-F01_EN.xlsx" TargetMode="External"/><Relationship Id="rId9" Type="http://schemas.openxmlformats.org/officeDocument/2006/relationships/hyperlink" Target="https://spo.aptiv.com/sites/0407-eosea/GlobalRegional/EAEP_4-1_ME-EDS_10-01-F04_EN.xlsx" TargetMode="External"/><Relationship Id="rId14" Type="http://schemas.openxmlformats.org/officeDocument/2006/relationships/hyperlink" Target="https://spo.aptiv.com/sites/0407-eosea/GlobalRegional/EAEP_5-1_PC_08_EN.ppt" TargetMode="Externa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4.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7.xml"/><Relationship Id="rId1" Type="http://schemas.openxmlformats.org/officeDocument/2006/relationships/slideLayout" Target="../slideLayouts/slideLayout3.xml"/><Relationship Id="rId5" Type="http://schemas.openxmlformats.org/officeDocument/2006/relationships/slide" Target="slide9.xml"/><Relationship Id="rId4" Type="http://schemas.openxmlformats.org/officeDocument/2006/relationships/slide" Target="slide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p04.na.delphiauto.net/00/106/EU_DCR_WS_Sites/E16-27/default.aspx" TargetMode="External"/><Relationship Id="rId3" Type="http://schemas.openxmlformats.org/officeDocument/2006/relationships/hyperlink" Target="http://sps-na.delphiauto.net/dbs/dpes/hm/EU_Core_Group/G070/default.aspx" TargetMode="External"/><Relationship Id="rId7" Type="http://schemas.openxmlformats.org/officeDocument/2006/relationships/hyperlink" Target="http://p04.na.delphiauto.net/00/106/EU_DCR_WS_Sites/E16-10/default.aspx"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hyperlink" Target="http://p04.na.delphiauto.net/00/106/EU_DCR_WS_Sites/E15-30/default.aspx" TargetMode="External"/><Relationship Id="rId5" Type="http://schemas.openxmlformats.org/officeDocument/2006/relationships/hyperlink" Target="http://p04.na.delphiauto.net/00/106/EU_DCR_WS_Sites/E15-06/default.aspx" TargetMode="External"/><Relationship Id="rId4" Type="http://schemas.openxmlformats.org/officeDocument/2006/relationships/hyperlink" Target="http://sps-na.delphiauto.net/dbs/dpes/hm/EU_Core_Group/E13-10/default.aspx" TargetMode="External"/><Relationship Id="rId9" Type="http://schemas.openxmlformats.org/officeDocument/2006/relationships/hyperlink" Target="http://p04.na.delphiauto.net/00/106/EU_DCR_WS_Sites/E17-18/default.aspx"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p04.na.delphiauto.net/00/106/EU_DCR_WS_Sites/E17-25/default.aspx" TargetMode="External"/><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hyperlink" Target="https://spo.aptiv.com/sites/0407-eosea/Lists/DCRRequestsProduction/EditForm.aspx?ID=4403" TargetMode="External"/><Relationship Id="rId4" Type="http://schemas.openxmlformats.org/officeDocument/2006/relationships/hyperlink" Target="https://spo.aptiv.com/sites/0407-eosea/Lists/DCRRequestsProd/EditForm.aspx?ID=241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Group 702"/>
          <p:cNvGraphicFramePr>
            <a:graphicFrameLocks noGrp="1"/>
          </p:cNvGraphicFramePr>
          <p:nvPr>
            <p:extLst>
              <p:ext uri="{D42A27DB-BD31-4B8C-83A1-F6EECF244321}">
                <p14:modId xmlns:p14="http://schemas.microsoft.com/office/powerpoint/2010/main" val="3758462519"/>
              </p:ext>
            </p:extLst>
          </p:nvPr>
        </p:nvGraphicFramePr>
        <p:xfrm>
          <a:off x="152247" y="4038600"/>
          <a:ext cx="5105553" cy="2296729"/>
        </p:xfrm>
        <a:graphic>
          <a:graphicData uri="http://schemas.openxmlformats.org/drawingml/2006/table">
            <a:tbl>
              <a:tblPr/>
              <a:tblGrid>
                <a:gridCol w="5105553">
                  <a:extLst>
                    <a:ext uri="{9D8B030D-6E8A-4147-A177-3AD203B41FA5}">
                      <a16:colId xmlns:a16="http://schemas.microsoft.com/office/drawing/2014/main" val="20000"/>
                    </a:ext>
                  </a:extLst>
                </a:gridCol>
              </a:tblGrid>
              <a:tr h="325471">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What methods/procedures &amp;/or techniques are used to describe</a:t>
                      </a:r>
                      <a:r>
                        <a:rPr kumimoji="0" lang="en-US" sz="900" b="0" i="0" u="none" strike="noStrike" cap="none" normalizeH="0" baseline="0" dirty="0">
                          <a:ln>
                            <a:noFill/>
                          </a:ln>
                          <a:solidFill>
                            <a:srgbClr val="F84018"/>
                          </a:solidFill>
                          <a:effectLst/>
                          <a:latin typeface="Arial" charset="0"/>
                        </a:rPr>
                        <a:t> </a:t>
                      </a:r>
                      <a:r>
                        <a:rPr kumimoji="0" lang="en-US" sz="900" b="1" i="0" u="sng" strike="noStrike" cap="none" normalizeH="0" baseline="0" dirty="0">
                          <a:ln>
                            <a:noFill/>
                          </a:ln>
                          <a:solidFill>
                            <a:srgbClr val="F84018"/>
                          </a:solidFill>
                          <a:effectLst/>
                          <a:latin typeface="Arial" charset="0"/>
                        </a:rPr>
                        <a:t>HOW</a:t>
                      </a:r>
                      <a:r>
                        <a:rPr kumimoji="0" lang="en-US" sz="900" b="1" i="0" u="none" strike="noStrike" cap="none" normalizeH="0" baseline="0" dirty="0">
                          <a:ln>
                            <a:noFill/>
                          </a:ln>
                          <a:solidFill>
                            <a:srgbClr val="F84018"/>
                          </a:solidFill>
                          <a:effectLst/>
                          <a:latin typeface="Arial" charset="0"/>
                        </a:rPr>
                        <a:t> </a:t>
                      </a:r>
                      <a:r>
                        <a:rPr kumimoji="0" lang="en-US" sz="900" b="0" i="0" u="none" strike="noStrike" cap="none" normalizeH="0" baseline="0" dirty="0">
                          <a:ln>
                            <a:noFill/>
                          </a:ln>
                          <a:solidFill>
                            <a:schemeClr val="tx1"/>
                          </a:solidFill>
                          <a:effectLst/>
                          <a:latin typeface="Arial" charset="0"/>
                        </a:rPr>
                        <a:t>the process is done. </a:t>
                      </a:r>
                    </a:p>
                  </a:txBody>
                  <a:tcPr marL="79960" marR="79960" marT="39225" marB="392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186711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pPr>
                      <a:r>
                        <a:rPr lang="en-US" sz="900" b="0" u="sng" strike="noStrike" kern="1200" dirty="0">
                          <a:solidFill>
                            <a:schemeClr val="tx1"/>
                          </a:solidFill>
                          <a:effectLst/>
                          <a:latin typeface="Arial"/>
                          <a:ea typeface=""/>
                          <a:cs typeface=""/>
                          <a:hlinkClick r:id="rId3"/>
                        </a:rPr>
                        <a:t>EAGP_4-1_PE-EDS_10_EN </a:t>
                      </a:r>
                      <a:r>
                        <a:rPr kumimoji="0" lang="en-US" sz="900" b="0" i="0" u="none" strike="noStrike" kern="1200" cap="none" normalizeH="0" baseline="0" noProof="0" dirty="0">
                          <a:ln>
                            <a:noFill/>
                          </a:ln>
                          <a:solidFill>
                            <a:schemeClr val="tx1"/>
                          </a:solidFill>
                          <a:effectLst/>
                          <a:latin typeface="Arial"/>
                          <a:ea typeface=""/>
                          <a:cs typeface=""/>
                        </a:rPr>
                        <a:t>Global Engineering Change Procedure</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pPr>
                      <a:r>
                        <a:rPr lang="en-US" sz="900" b="0" i="0" u="sng" strike="noStrike" kern="1200" dirty="0">
                          <a:solidFill>
                            <a:srgbClr val="0000FF"/>
                          </a:solidFill>
                          <a:effectLst/>
                          <a:latin typeface="Arial"/>
                          <a:ea typeface=""/>
                          <a:cs typeface=""/>
                          <a:hlinkClick r:id="rId4"/>
                        </a:rPr>
                        <a:t>EAEP_4-1_ME-EDS_10-01-F01_EN</a:t>
                      </a:r>
                      <a:r>
                        <a:rPr kumimoji="0" lang="en-US" sz="900" b="0" i="0" u="none" strike="noStrike" kern="1200" cap="none" normalizeH="0" baseline="0" noProof="0" dirty="0">
                          <a:ln>
                            <a:noFill/>
                          </a:ln>
                          <a:solidFill>
                            <a:schemeClr val="tx1"/>
                          </a:solidFill>
                          <a:effectLst/>
                          <a:latin typeface="Arial"/>
                          <a:ea typeface=""/>
                          <a:cs typeface=""/>
                          <a:hlinkClick r:id="rId4"/>
                        </a:rPr>
                        <a:t> </a:t>
                      </a:r>
                      <a:r>
                        <a:rPr kumimoji="0" lang="en-US" sz="900" b="0" i="0" u="none" strike="noStrike" kern="1200" cap="none" normalizeH="0" baseline="0" noProof="0" dirty="0">
                          <a:ln>
                            <a:noFill/>
                          </a:ln>
                          <a:solidFill>
                            <a:schemeClr val="tx1"/>
                          </a:solidFill>
                          <a:effectLst/>
                          <a:latin typeface="Arial"/>
                          <a:ea typeface=""/>
                          <a:cs typeface=""/>
                        </a:rPr>
                        <a:t>Feasibility Study Checklist</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pPr>
                      <a:r>
                        <a:rPr lang="en-US" sz="900" b="0" i="0" u="sng" strike="noStrike" kern="1200" dirty="0">
                          <a:solidFill>
                            <a:srgbClr val="0000FF"/>
                          </a:solidFill>
                          <a:effectLst/>
                          <a:latin typeface="Arial"/>
                          <a:ea typeface=""/>
                          <a:cs typeface=""/>
                          <a:hlinkClick r:id="rId5"/>
                        </a:rPr>
                        <a:t>EAEP_4-1_ME-EDS_10-01-F02_EN</a:t>
                      </a:r>
                      <a:r>
                        <a:rPr kumimoji="0" lang="en-US" sz="900" b="0" i="0" u="none" strike="noStrike" kern="1200" cap="none" normalizeH="0" baseline="0" noProof="0" dirty="0">
                          <a:ln>
                            <a:noFill/>
                          </a:ln>
                          <a:solidFill>
                            <a:schemeClr val="tx1"/>
                          </a:solidFill>
                          <a:effectLst/>
                          <a:latin typeface="Arial"/>
                          <a:ea typeface=""/>
                          <a:cs typeface=""/>
                          <a:hlinkClick r:id="rId5"/>
                        </a:rPr>
                        <a:t> </a:t>
                      </a:r>
                      <a:r>
                        <a:rPr kumimoji="0" lang="en-US" sz="900" b="0" i="0" u="none" strike="noStrike" kern="1200" cap="none" normalizeH="0" baseline="0" noProof="0" dirty="0">
                          <a:ln>
                            <a:noFill/>
                          </a:ln>
                          <a:solidFill>
                            <a:schemeClr val="tx1"/>
                          </a:solidFill>
                          <a:effectLst/>
                          <a:latin typeface="Arial"/>
                          <a:ea typeface=""/>
                          <a:cs typeface=""/>
                        </a:rPr>
                        <a:t>Engineering Change Implementation Plan</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pPr>
                      <a:r>
                        <a:rPr lang="en-US" sz="900" b="0" i="0" u="sng" strike="noStrike" kern="1200" dirty="0">
                          <a:solidFill>
                            <a:srgbClr val="0000FF"/>
                          </a:solidFill>
                          <a:effectLst/>
                          <a:latin typeface="Arial"/>
                          <a:ea typeface=""/>
                          <a:cs typeface=""/>
                          <a:hlinkClick r:id="rId6"/>
                        </a:rPr>
                        <a:t>EAEP_4-1_ME-EDS_10-01-F03_EN</a:t>
                      </a:r>
                      <a:r>
                        <a:rPr lang="en-US" sz="900" b="0" i="0" u="sng" strike="noStrike" kern="1200" noProof="0" dirty="0">
                          <a:solidFill>
                            <a:srgbClr val="0000FF"/>
                          </a:solidFill>
                          <a:effectLst/>
                          <a:latin typeface="Arial"/>
                          <a:ea typeface=""/>
                          <a:cs typeface=""/>
                          <a:hlinkClick r:id="rId6"/>
                        </a:rPr>
                        <a:t> </a:t>
                      </a:r>
                      <a:r>
                        <a:rPr kumimoji="0" lang="en-US" sz="900" b="0" i="0" u="none" strike="noStrike" kern="1200" cap="none" normalizeH="0" baseline="0" noProof="0" dirty="0">
                          <a:ln>
                            <a:noFill/>
                          </a:ln>
                          <a:solidFill>
                            <a:schemeClr val="tx1"/>
                          </a:solidFill>
                          <a:effectLst/>
                          <a:latin typeface="Arial"/>
                          <a:ea typeface=""/>
                          <a:cs typeface=""/>
                        </a:rPr>
                        <a:t>Engineering Change Coordination Letter (ECCL)</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defRPr/>
                      </a:pPr>
                      <a:r>
                        <a:rPr lang="en-US" sz="900" b="0" i="0" u="sng" strike="noStrike" kern="1200" noProof="0" dirty="0">
                          <a:solidFill>
                            <a:srgbClr val="0000FF"/>
                          </a:solidFill>
                          <a:effectLst/>
                          <a:latin typeface="Arial"/>
                          <a:ea typeface=""/>
                          <a:cs typeface=""/>
                          <a:hlinkClick r:id="rId7"/>
                        </a:rPr>
                        <a:t>ECM</a:t>
                      </a:r>
                      <a:r>
                        <a:rPr lang="en-US" sz="900" b="0" i="0" u="sng" strike="noStrike" kern="1200" noProof="0" dirty="0">
                          <a:solidFill>
                            <a:srgbClr val="0000FF"/>
                          </a:solidFill>
                          <a:effectLst/>
                          <a:latin typeface="Arial"/>
                          <a:ea typeface=""/>
                          <a:cs typeface=""/>
                        </a:rPr>
                        <a:t> </a:t>
                      </a:r>
                      <a:endParaRPr kumimoji="0" lang="en-US" sz="900" b="0" i="0" u="none" strike="noStrike" kern="1200" cap="none" normalizeH="0" baseline="0" noProof="0" dirty="0">
                        <a:ln>
                          <a:noFill/>
                        </a:ln>
                        <a:solidFill>
                          <a:schemeClr val="tx1"/>
                        </a:solidFill>
                        <a:effectLst/>
                        <a:latin typeface="Arial"/>
                        <a:ea typeface=""/>
                        <a:cs typeface=""/>
                      </a:endParaRP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pPr>
                      <a:r>
                        <a:rPr lang="en-US" sz="900" b="0" i="0" u="sng" strike="noStrike" kern="1200" dirty="0">
                          <a:solidFill>
                            <a:srgbClr val="0000FF"/>
                          </a:solidFill>
                          <a:effectLst/>
                          <a:latin typeface="Arial"/>
                          <a:ea typeface=""/>
                          <a:cs typeface=""/>
                          <a:hlinkClick r:id="rId8"/>
                        </a:rPr>
                        <a:t>EAGP_4-2_PE_09_EN</a:t>
                      </a:r>
                      <a:r>
                        <a:rPr lang="en-US" sz="900" b="0" i="0" u="sng" strike="noStrike" kern="1200" noProof="0" dirty="0">
                          <a:solidFill>
                            <a:srgbClr val="0000FF"/>
                          </a:solidFill>
                          <a:effectLst/>
                          <a:latin typeface="Arial"/>
                          <a:ea typeface=""/>
                          <a:cs typeface=""/>
                          <a:hlinkClick r:id="rId8"/>
                        </a:rPr>
                        <a:t> </a:t>
                      </a:r>
                      <a:r>
                        <a:rPr kumimoji="0" lang="en-US" sz="900" b="0" i="0" u="none" strike="noStrike" kern="1200" cap="none" normalizeH="0" baseline="0" noProof="0" dirty="0">
                          <a:ln>
                            <a:noFill/>
                          </a:ln>
                          <a:solidFill>
                            <a:schemeClr val="tx1"/>
                          </a:solidFill>
                          <a:effectLst/>
                          <a:latin typeface="Arial"/>
                          <a:ea typeface=""/>
                          <a:cs typeface=""/>
                        </a:rPr>
                        <a:t>Engineering Permits/ De</a:t>
                      </a:r>
                      <a:r>
                        <a:rPr kumimoji="0" lang="tr-TR" sz="900" b="0" i="0" u="none" strike="noStrike" kern="1200" cap="none" normalizeH="0" baseline="0" noProof="0" dirty="0">
                          <a:ln>
                            <a:noFill/>
                          </a:ln>
                          <a:solidFill>
                            <a:schemeClr val="tx1"/>
                          </a:solidFill>
                          <a:effectLst/>
                          <a:latin typeface="Arial"/>
                          <a:ea typeface=""/>
                          <a:cs typeface=""/>
                        </a:rPr>
                        <a:t>v</a:t>
                      </a:r>
                      <a:r>
                        <a:rPr kumimoji="0" lang="en-US" sz="900" b="0" i="0" u="none" strike="noStrike" kern="1200" cap="none" normalizeH="0" baseline="0" noProof="0" dirty="0" err="1">
                          <a:ln>
                            <a:noFill/>
                          </a:ln>
                          <a:solidFill>
                            <a:schemeClr val="tx1"/>
                          </a:solidFill>
                          <a:effectLst/>
                          <a:latin typeface="Arial"/>
                          <a:ea typeface=""/>
                          <a:cs typeface=""/>
                        </a:rPr>
                        <a:t>iation</a:t>
                      </a:r>
                      <a:r>
                        <a:rPr kumimoji="0" lang="en-US" sz="900" b="0" i="0" u="none" strike="noStrike" kern="1200" cap="none" normalizeH="0" baseline="0" noProof="0" dirty="0">
                          <a:ln>
                            <a:noFill/>
                          </a:ln>
                          <a:solidFill>
                            <a:schemeClr val="tx1"/>
                          </a:solidFill>
                          <a:effectLst/>
                          <a:latin typeface="Arial"/>
                          <a:ea typeface=""/>
                          <a:cs typeface=""/>
                        </a:rPr>
                        <a:t> Process</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pPr>
                      <a:r>
                        <a:rPr lang="en-US" sz="900" b="0" i="0" u="sng" strike="noStrike" kern="1200" dirty="0">
                          <a:solidFill>
                            <a:srgbClr val="0000FF"/>
                          </a:solidFill>
                          <a:effectLst/>
                          <a:latin typeface="Arial"/>
                          <a:ea typeface=""/>
                          <a:cs typeface=""/>
                          <a:hlinkClick r:id="rId9"/>
                        </a:rPr>
                        <a:t>EAEP_4-1_ME-EDS_10-01-F04_EN</a:t>
                      </a:r>
                      <a:r>
                        <a:rPr lang="en-US" sz="900" b="0" i="0" u="sng" strike="noStrike" kern="1200" noProof="0" dirty="0">
                          <a:solidFill>
                            <a:srgbClr val="0000FF"/>
                          </a:solidFill>
                          <a:effectLst/>
                          <a:latin typeface="Arial"/>
                          <a:ea typeface=""/>
                          <a:cs typeface=""/>
                          <a:hlinkClick r:id="rId9"/>
                        </a:rPr>
                        <a:t> </a:t>
                      </a:r>
                      <a:r>
                        <a:rPr kumimoji="0" lang="en-US" sz="900" b="0" i="0" u="none" strike="noStrike" kern="1200" cap="none" normalizeH="0" baseline="0" noProof="0" dirty="0">
                          <a:ln>
                            <a:noFill/>
                          </a:ln>
                          <a:solidFill>
                            <a:schemeClr val="tx1"/>
                          </a:solidFill>
                          <a:effectLst/>
                          <a:latin typeface="Arial"/>
                          <a:ea typeface=""/>
                          <a:cs typeface=""/>
                        </a:rPr>
                        <a:t>Template for Monitoring Engineering Change Costs</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defRPr/>
                      </a:pPr>
                      <a:r>
                        <a:rPr lang="nl-NL" sz="900" b="0" i="0" u="sng" strike="noStrike" kern="1200" noProof="0" dirty="0">
                          <a:solidFill>
                            <a:srgbClr val="0000FF"/>
                          </a:solidFill>
                          <a:effectLst/>
                          <a:latin typeface="Arial"/>
                          <a:ea typeface=""/>
                          <a:cs typeface=""/>
                          <a:hlinkClick r:id="rId10"/>
                        </a:rPr>
                        <a:t>EAEP_4-1_ME-EDS_10-01-F06_EN </a:t>
                      </a:r>
                      <a:r>
                        <a:rPr lang="nl-NL" sz="900" b="0" i="0" u="sng" strike="noStrike" kern="1200" noProof="0" dirty="0">
                          <a:solidFill>
                            <a:srgbClr val="0000FF"/>
                          </a:solidFill>
                          <a:effectLst/>
                          <a:latin typeface="Arial"/>
                          <a:ea typeface=""/>
                          <a:cs typeface=""/>
                          <a:hlinkClick r:id="rId11"/>
                        </a:rPr>
                        <a:t>- </a:t>
                      </a:r>
                      <a:r>
                        <a:rPr kumimoji="0" lang="en-US" sz="900" b="0" i="0" u="none" strike="noStrike" kern="1200" cap="none" normalizeH="0" baseline="0" noProof="0" dirty="0">
                          <a:ln>
                            <a:noFill/>
                          </a:ln>
                          <a:solidFill>
                            <a:schemeClr val="tx1"/>
                          </a:solidFill>
                          <a:effectLst/>
                          <a:latin typeface="Arial"/>
                          <a:ea typeface=""/>
                          <a:cs typeface=""/>
                        </a:rPr>
                        <a:t>Engineering Change Letter (ECL)</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defRPr/>
                      </a:pPr>
                      <a:r>
                        <a:rPr lang="en-US" sz="900" b="0" i="0" u="sng" strike="noStrike" kern="1200" dirty="0">
                          <a:solidFill>
                            <a:srgbClr val="0000FF"/>
                          </a:solidFill>
                          <a:effectLst/>
                          <a:latin typeface="Arial"/>
                          <a:ea typeface=""/>
                          <a:cs typeface=""/>
                          <a:hlinkClick r:id="rId12"/>
                        </a:rPr>
                        <a:t>EAGP_4-3_CS-EDS_05_EN  </a:t>
                      </a:r>
                      <a:r>
                        <a:rPr kumimoji="0" lang="en-US" sz="900" b="0" i="0" u="none" strike="noStrike" kern="1200" cap="none" normalizeH="0" baseline="0" dirty="0">
                          <a:ln>
                            <a:noFill/>
                          </a:ln>
                          <a:solidFill>
                            <a:srgbClr val="000000"/>
                          </a:solidFill>
                          <a:effectLst/>
                          <a:latin typeface="Arial"/>
                          <a:ea typeface=""/>
                          <a:cs typeface=""/>
                        </a:rPr>
                        <a:t>Process Release for Pilots</a:t>
                      </a:r>
                      <a:r>
                        <a:rPr kumimoji="0" lang="en-US" sz="900" b="0" i="0" u="none" strike="noStrike" kern="1200" cap="none" normalizeH="0" baseline="0" noProof="0" dirty="0">
                          <a:ln>
                            <a:noFill/>
                          </a:ln>
                          <a:solidFill>
                            <a:srgbClr val="000000"/>
                          </a:solidFill>
                          <a:effectLst/>
                          <a:latin typeface="Arial"/>
                          <a:ea typeface=""/>
                          <a:cs typeface=""/>
                        </a:rPr>
                        <a:t> / Regular Production</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defRPr/>
                      </a:pPr>
                      <a:r>
                        <a:rPr lang="tr-TR" sz="900" b="0" i="0" u="sng" strike="noStrike" kern="1200" noProof="0" dirty="0">
                          <a:solidFill>
                            <a:srgbClr val="0000FF"/>
                          </a:solidFill>
                          <a:effectLst/>
                          <a:latin typeface="Arial"/>
                          <a:ea typeface=""/>
                          <a:cs typeface=""/>
                          <a:hlinkClick r:id="rId13"/>
                        </a:rPr>
                        <a:t>EAEP_4-1_ME</a:t>
                      </a:r>
                      <a:r>
                        <a:rPr lang="en-US" sz="900" b="0" i="0" u="sng" strike="noStrike" kern="1200" noProof="0" dirty="0">
                          <a:solidFill>
                            <a:srgbClr val="0000FF"/>
                          </a:solidFill>
                          <a:effectLst/>
                          <a:latin typeface="Arial"/>
                          <a:ea typeface=""/>
                          <a:cs typeface=""/>
                          <a:hlinkClick r:id="rId13"/>
                        </a:rPr>
                        <a:t>-EDS</a:t>
                      </a:r>
                      <a:r>
                        <a:rPr lang="tr-TR" sz="900" b="0" i="0" u="sng" strike="noStrike" kern="1200" noProof="0" dirty="0">
                          <a:solidFill>
                            <a:srgbClr val="0000FF"/>
                          </a:solidFill>
                          <a:effectLst/>
                          <a:latin typeface="Arial"/>
                          <a:ea typeface=""/>
                          <a:cs typeface=""/>
                          <a:hlinkClick r:id="rId13"/>
                        </a:rPr>
                        <a:t>_</a:t>
                      </a:r>
                      <a:r>
                        <a:rPr lang="en-US" sz="900" b="0" i="0" u="sng" strike="noStrike" kern="1200" noProof="0" dirty="0">
                          <a:solidFill>
                            <a:srgbClr val="0000FF"/>
                          </a:solidFill>
                          <a:effectLst/>
                          <a:latin typeface="Arial"/>
                          <a:ea typeface=""/>
                          <a:cs typeface=""/>
                          <a:hlinkClick r:id="rId13"/>
                        </a:rPr>
                        <a:t>10-</a:t>
                      </a:r>
                      <a:r>
                        <a:rPr lang="tr-TR" sz="900" b="0" i="0" u="sng" strike="noStrike" kern="1200" noProof="0" dirty="0">
                          <a:solidFill>
                            <a:srgbClr val="0000FF"/>
                          </a:solidFill>
                          <a:effectLst/>
                          <a:latin typeface="Arial"/>
                          <a:ea typeface=""/>
                          <a:cs typeface=""/>
                          <a:hlinkClick r:id="rId13"/>
                        </a:rPr>
                        <a:t>01-A01_EN </a:t>
                      </a:r>
                      <a:r>
                        <a:rPr lang="tr-TR" sz="800" b="0" i="0" u="sng" strike="noStrike" kern="1200" noProof="0" dirty="0">
                          <a:solidFill>
                            <a:srgbClr val="0000FF"/>
                          </a:solidFill>
                          <a:effectLst/>
                          <a:latin typeface="Arial"/>
                          <a:ea typeface=""/>
                          <a:cs typeface=""/>
                          <a:hlinkClick r:id="rId13"/>
                        </a:rPr>
                        <a:t> </a:t>
                      </a:r>
                      <a:r>
                        <a:rPr lang="en-US" sz="800" b="0" i="0" u="sng" strike="noStrike" kern="1200" noProof="0" dirty="0">
                          <a:solidFill>
                            <a:srgbClr val="0000FF"/>
                          </a:solidFill>
                          <a:effectLst/>
                          <a:latin typeface="Arial"/>
                          <a:ea typeface=""/>
                          <a:cs typeface=""/>
                          <a:hlinkClick r:id="rId13"/>
                        </a:rPr>
                        <a:t> </a:t>
                      </a:r>
                      <a:r>
                        <a:rPr kumimoji="0" lang="en-US" sz="800" b="0" i="0" u="none" strike="noStrike" kern="1200" cap="none" normalizeH="0" baseline="0" noProof="0" dirty="0">
                          <a:ln>
                            <a:noFill/>
                          </a:ln>
                          <a:solidFill>
                            <a:schemeClr val="tx1"/>
                          </a:solidFill>
                          <a:effectLst/>
                          <a:latin typeface="Arial"/>
                          <a:ea typeface=""/>
                          <a:cs typeface=""/>
                        </a:rPr>
                        <a:t>PB2O Update Flow when Options</a:t>
                      </a:r>
                      <a:r>
                        <a:rPr kumimoji="0" lang="tr-TR" sz="800" b="0" i="0" u="none" strike="noStrike" kern="1200" cap="none" normalizeH="0" baseline="0" noProof="0" dirty="0">
                          <a:ln>
                            <a:noFill/>
                          </a:ln>
                          <a:solidFill>
                            <a:schemeClr val="tx1"/>
                          </a:solidFill>
                          <a:effectLst/>
                          <a:latin typeface="Arial"/>
                          <a:ea typeface=""/>
                          <a:cs typeface=""/>
                        </a:rPr>
                        <a:t>-K</a:t>
                      </a:r>
                      <a:r>
                        <a:rPr kumimoji="0" lang="en-US" sz="800" b="0" i="0" u="none" strike="noStrike" kern="1200" cap="none" normalizeH="0" baseline="0" noProof="0" dirty="0">
                          <a:ln>
                            <a:noFill/>
                          </a:ln>
                          <a:solidFill>
                            <a:schemeClr val="tx1"/>
                          </a:solidFill>
                          <a:effectLst/>
                          <a:latin typeface="Arial"/>
                          <a:ea typeface=""/>
                          <a:cs typeface=""/>
                        </a:rPr>
                        <a:t>SK Modules change</a:t>
                      </a:r>
                    </a:p>
                    <a:p>
                      <a:pPr marL="228600" marR="0" lvl="0" indent="-228600" algn="l" defTabSz="947738" rtl="0" eaLnBrk="1" fontAlgn="base" latinLnBrk="0" hangingPunct="1">
                        <a:lnSpc>
                          <a:spcPct val="80000"/>
                        </a:lnSpc>
                        <a:spcBef>
                          <a:spcPct val="50000"/>
                        </a:spcBef>
                        <a:spcAft>
                          <a:spcPct val="0"/>
                        </a:spcAft>
                        <a:buClr>
                          <a:schemeClr val="tx1"/>
                        </a:buClr>
                        <a:buSzTx/>
                        <a:buFont typeface="+mj-lt"/>
                        <a:buAutoNum type="alphaUcPeriod"/>
                        <a:tabLst/>
                        <a:defRPr/>
                      </a:pPr>
                      <a:r>
                        <a:rPr lang="en-US" sz="900" b="0" i="0" u="sng" strike="noStrike" kern="1200" dirty="0">
                          <a:solidFill>
                            <a:srgbClr val="0000FF"/>
                          </a:solidFill>
                          <a:effectLst/>
                          <a:latin typeface="Arial"/>
                          <a:ea typeface=""/>
                          <a:cs typeface=""/>
                          <a:hlinkClick r:id="rId14"/>
                        </a:rPr>
                        <a:t>EAEP_5-1_PC_08_EN </a:t>
                      </a:r>
                      <a:r>
                        <a:rPr lang="en-US" sz="900" kern="1200" dirty="0">
                          <a:solidFill>
                            <a:schemeClr val="tx1"/>
                          </a:solidFill>
                          <a:effectLst/>
                          <a:latin typeface="Arial"/>
                          <a:ea typeface=""/>
                          <a:cs typeface=""/>
                        </a:rPr>
                        <a:t>Claim to OEM Process</a:t>
                      </a:r>
                    </a:p>
                  </a:txBody>
                  <a:tcPr marL="79960" marR="79960" marT="39225" marB="392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8" name="Group 706"/>
          <p:cNvGraphicFramePr>
            <a:graphicFrameLocks noGrp="1"/>
          </p:cNvGraphicFramePr>
          <p:nvPr>
            <p:extLst>
              <p:ext uri="{D42A27DB-BD31-4B8C-83A1-F6EECF244321}">
                <p14:modId xmlns:p14="http://schemas.microsoft.com/office/powerpoint/2010/main" val="4277078816"/>
              </p:ext>
            </p:extLst>
          </p:nvPr>
        </p:nvGraphicFramePr>
        <p:xfrm>
          <a:off x="5426401" y="5457766"/>
          <a:ext cx="3657600" cy="865496"/>
        </p:xfrm>
        <a:graphic>
          <a:graphicData uri="http://schemas.openxmlformats.org/drawingml/2006/table">
            <a:tbl>
              <a:tblPr/>
              <a:tblGrid>
                <a:gridCol w="3657600">
                  <a:extLst>
                    <a:ext uri="{9D8B030D-6E8A-4147-A177-3AD203B41FA5}">
                      <a16:colId xmlns:a16="http://schemas.microsoft.com/office/drawing/2014/main" val="20000"/>
                    </a:ext>
                  </a:extLst>
                </a:gridCol>
              </a:tblGrid>
              <a:tr h="260894">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What</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1" i="0" u="sng" strike="noStrike" cap="none" normalizeH="0" baseline="0" dirty="0">
                          <a:ln>
                            <a:noFill/>
                          </a:ln>
                          <a:solidFill>
                            <a:srgbClr val="F84018"/>
                          </a:solidFill>
                          <a:effectLst/>
                          <a:latin typeface="Arial" charset="0"/>
                        </a:rPr>
                        <a:t>METRICS</a:t>
                      </a:r>
                      <a:r>
                        <a:rPr kumimoji="0" lang="en-US" sz="1000" b="0" i="0" u="none" strike="noStrike" cap="none" normalizeH="0" baseline="0" dirty="0">
                          <a:ln>
                            <a:noFill/>
                          </a:ln>
                          <a:solidFill>
                            <a:schemeClr val="tx1">
                              <a:lumMod val="95000"/>
                              <a:lumOff val="5000"/>
                            </a:schemeClr>
                          </a:solidFill>
                          <a:effectLst/>
                          <a:latin typeface="Arial" charset="0"/>
                        </a:rPr>
                        <a:t> </a:t>
                      </a:r>
                      <a:r>
                        <a:rPr kumimoji="0" lang="en-US" sz="1000" b="0" i="0" u="none" strike="noStrike" cap="none" normalizeH="0" baseline="0" dirty="0">
                          <a:ln>
                            <a:noFill/>
                          </a:ln>
                          <a:solidFill>
                            <a:schemeClr val="tx1"/>
                          </a:solidFill>
                          <a:effectLst/>
                          <a:latin typeface="Arial" charset="0"/>
                        </a:rPr>
                        <a:t>are used to report the effectiveness/efficiency of the process or to monitor/measure performance?</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42490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63500" marR="0" lvl="0" indent="-63500" algn="l" defTabSz="947738" rtl="0" eaLnBrk="1" fontAlgn="base" latinLnBrk="0" hangingPunct="1">
                        <a:lnSpc>
                          <a:spcPct val="87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 Response time to CR </a:t>
                      </a:r>
                    </a:p>
                    <a:p>
                      <a:pPr marL="63500" marR="0" lvl="0" indent="-63500" algn="l" defTabSz="947738" rtl="0" eaLnBrk="1" fontAlgn="base" latinLnBrk="0" hangingPunct="1">
                        <a:lnSpc>
                          <a:spcPct val="87000"/>
                        </a:lnSpc>
                        <a:spcBef>
                          <a:spcPct val="30000"/>
                        </a:spcBef>
                        <a:spcAft>
                          <a:spcPct val="0"/>
                        </a:spcAft>
                        <a:buClr>
                          <a:schemeClr val="tx1"/>
                        </a:buClr>
                        <a:buSzTx/>
                        <a:buFontTx/>
                        <a:buChar char="•"/>
                        <a:tabLst/>
                      </a:pPr>
                      <a:r>
                        <a:rPr kumimoji="0" lang="en-US" sz="1000" b="0" i="0" u="none" strike="noStrike" cap="none" normalizeH="0" baseline="0" dirty="0">
                          <a:ln>
                            <a:noFill/>
                          </a:ln>
                          <a:solidFill>
                            <a:schemeClr val="tx1"/>
                          </a:solidFill>
                          <a:effectLst/>
                          <a:latin typeface="Arial" charset="0"/>
                        </a:rPr>
                        <a:t> # Customer Complaints due to Changes not well implemented</a:t>
                      </a: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0" name="Group 699"/>
          <p:cNvGraphicFramePr>
            <a:graphicFrameLocks noGrp="1"/>
          </p:cNvGraphicFramePr>
          <p:nvPr>
            <p:extLst>
              <p:ext uri="{D42A27DB-BD31-4B8C-83A1-F6EECF244321}">
                <p14:modId xmlns:p14="http://schemas.microsoft.com/office/powerpoint/2010/main" val="4098804094"/>
              </p:ext>
            </p:extLst>
          </p:nvPr>
        </p:nvGraphicFramePr>
        <p:xfrm>
          <a:off x="170869" y="466618"/>
          <a:ext cx="2589999" cy="782830"/>
        </p:xfrm>
        <a:graphic>
          <a:graphicData uri="http://schemas.openxmlformats.org/drawingml/2006/table">
            <a:tbl>
              <a:tblPr/>
              <a:tblGrid>
                <a:gridCol w="2589999">
                  <a:extLst>
                    <a:ext uri="{9D8B030D-6E8A-4147-A177-3AD203B41FA5}">
                      <a16:colId xmlns:a16="http://schemas.microsoft.com/office/drawing/2014/main" val="20000"/>
                    </a:ext>
                  </a:extLst>
                </a:gridCol>
              </a:tblGrid>
              <a:tr h="32279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dirty="0">
                          <a:ln>
                            <a:noFill/>
                          </a:ln>
                          <a:solidFill>
                            <a:srgbClr val="F84018"/>
                          </a:solidFill>
                          <a:effectLst/>
                          <a:latin typeface="Arial" charset="0"/>
                        </a:rPr>
                        <a:t>WHAT</a:t>
                      </a:r>
                      <a:r>
                        <a:rPr kumimoji="0" lang="en-US" sz="1000" b="1" i="0" u="none" strike="noStrike" cap="none" normalizeH="0" baseline="0" dirty="0">
                          <a:ln>
                            <a:noFill/>
                          </a:ln>
                          <a:solidFill>
                            <a:schemeClr val="tx1"/>
                          </a:solidFill>
                          <a:effectLst/>
                          <a:latin typeface="Arial" charset="0"/>
                        </a:rPr>
                        <a:t> </a:t>
                      </a:r>
                      <a:r>
                        <a:rPr kumimoji="0" lang="en-US" sz="1000" b="0" i="0" u="none" strike="noStrike" cap="none" normalizeH="0" baseline="0" dirty="0">
                          <a:ln>
                            <a:noFill/>
                          </a:ln>
                          <a:solidFill>
                            <a:schemeClr val="tx1"/>
                          </a:solidFill>
                          <a:effectLst/>
                          <a:latin typeface="Arial" charset="0"/>
                        </a:rPr>
                        <a:t>materials, equipment, infrastructure and/or references are used in the process?</a:t>
                      </a:r>
                    </a:p>
                  </a:txBody>
                  <a:tcPr marL="79960" marR="79960" marT="39225" marB="3922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439204">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indent="-171450">
                        <a:buFont typeface="Arial" panose="020B0604020202020204" pitchFamily="34" charset="0"/>
                        <a:buChar char="•"/>
                      </a:pPr>
                      <a:r>
                        <a:rPr kumimoji="0" lang="en-US" sz="1000" b="0" i="0" u="none" strike="noStrike" cap="none" normalizeH="0" baseline="0" dirty="0">
                          <a:ln>
                            <a:noFill/>
                          </a:ln>
                          <a:solidFill>
                            <a:schemeClr val="tx1"/>
                          </a:solidFill>
                          <a:effectLst/>
                          <a:latin typeface="Arial" charset="0"/>
                          <a:hlinkClick r:id="rId15"/>
                        </a:rPr>
                        <a:t>EOS Glossary </a:t>
                      </a:r>
                      <a:endParaRPr kumimoji="0" lang="en-US" sz="1000" b="0" i="0" u="none" strike="noStrike" cap="none" normalizeH="0" baseline="0" dirty="0">
                        <a:ln>
                          <a:noFill/>
                        </a:ln>
                        <a:solidFill>
                          <a:schemeClr val="tx1"/>
                        </a:solidFill>
                        <a:effectLst/>
                        <a:latin typeface="Arial" charset="0"/>
                      </a:endParaRPr>
                    </a:p>
                    <a:p>
                      <a:pPr marL="171450" indent="-171450">
                        <a:buFont typeface="Arial" panose="020B0604020202020204" pitchFamily="34" charset="0"/>
                        <a:buChar char="•"/>
                      </a:pPr>
                      <a:r>
                        <a:rPr kumimoji="0" lang="en-US" sz="1000" b="0" i="0" u="none" strike="noStrike" cap="none" normalizeH="0" baseline="0" dirty="0">
                          <a:ln>
                            <a:noFill/>
                          </a:ln>
                          <a:solidFill>
                            <a:schemeClr val="tx1"/>
                          </a:solidFill>
                          <a:effectLst/>
                          <a:latin typeface="Arial" charset="0"/>
                          <a:hlinkClick r:id="rId16" action="ppaction://hlinksldjump"/>
                        </a:rPr>
                        <a:t>Definitions</a:t>
                      </a:r>
                      <a:endParaRPr kumimoji="0" lang="en-US" sz="1000" b="0" i="0" u="none" strike="noStrike" cap="none" normalizeH="0" baseline="0" dirty="0">
                        <a:ln>
                          <a:noFill/>
                        </a:ln>
                        <a:solidFill>
                          <a:schemeClr val="tx1"/>
                        </a:solidFill>
                        <a:effectLst/>
                        <a:latin typeface="Arial" charset="0"/>
                      </a:endParaRPr>
                    </a:p>
                  </a:txBody>
                  <a:tcPr marL="79960" marR="79960" marT="39225" marB="392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12" name="Hexagon 11"/>
          <p:cNvSpPr/>
          <p:nvPr/>
        </p:nvSpPr>
        <p:spPr bwMode="auto">
          <a:xfrm>
            <a:off x="2645610" y="1895114"/>
            <a:ext cx="3771390" cy="1991086"/>
          </a:xfrm>
          <a:prstGeom prst="hexagon">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388" tIns="45695" rIns="91388" bIns="45695" numCol="1" rtlCol="0" anchor="ctr" anchorCtr="0" compatLnSpc="1">
            <a:prstTxWarp prst="textNoShape">
              <a:avLst/>
            </a:prstTxWarp>
          </a:bodyPr>
          <a:lstStyle/>
          <a:p>
            <a:pPr algn="ctr" eaLnBrk="0" fontAlgn="base" hangingPunct="0">
              <a:spcBef>
                <a:spcPct val="0"/>
              </a:spcBef>
              <a:spcAft>
                <a:spcPct val="0"/>
              </a:spcAft>
              <a:defRPr/>
            </a:pPr>
            <a:r>
              <a:rPr lang="en-US" sz="1000" b="1" u="sng" kern="0" dirty="0">
                <a:solidFill>
                  <a:srgbClr val="F84018"/>
                </a:solidFill>
                <a:latin typeface="Arial"/>
              </a:rPr>
              <a:t> OBJECTIVE</a:t>
            </a:r>
          </a:p>
          <a:p>
            <a:pPr eaLnBrk="0" fontAlgn="base" hangingPunct="0">
              <a:spcBef>
                <a:spcPct val="0"/>
              </a:spcBef>
              <a:spcAft>
                <a:spcPct val="0"/>
              </a:spcAft>
              <a:defRPr/>
            </a:pPr>
            <a:r>
              <a:rPr kumimoji="0" lang="en-US" sz="1000" b="0" i="0" u="none" strike="noStrike" cap="none" normalizeH="0" baseline="0" dirty="0">
                <a:ln>
                  <a:noFill/>
                </a:ln>
                <a:solidFill>
                  <a:schemeClr val="tx1"/>
                </a:solidFill>
                <a:effectLst/>
                <a:latin typeface="Arial" pitchFamily="34" charset="0"/>
              </a:rPr>
              <a:t>The objective of this procedure is to provide a consistent approach for engineering changes explained in Ref. A, in terms of analysis, planning and implementation in the manufacturing plants</a:t>
            </a:r>
          </a:p>
          <a:p>
            <a:pPr eaLnBrk="0" fontAlgn="base" hangingPunct="0">
              <a:spcBef>
                <a:spcPct val="0"/>
              </a:spcBef>
              <a:spcAft>
                <a:spcPct val="0"/>
              </a:spcAft>
              <a:defRPr/>
            </a:pPr>
            <a:r>
              <a:rPr lang="en-US" sz="1000" kern="0" dirty="0">
                <a:latin typeface="Arial" pitchFamily="34" charset="0"/>
              </a:rPr>
              <a:t>                                  </a:t>
            </a:r>
            <a:r>
              <a:rPr lang="en-US" sz="1000" b="1" u="sng" kern="0" dirty="0">
                <a:solidFill>
                  <a:srgbClr val="F84018"/>
                </a:solidFill>
                <a:latin typeface="Arial"/>
              </a:rPr>
              <a:t>SCOPE</a:t>
            </a:r>
          </a:p>
          <a:p>
            <a:pPr eaLnBrk="0" fontAlgn="base" hangingPunct="0">
              <a:spcBef>
                <a:spcPct val="0"/>
              </a:spcBef>
              <a:spcAft>
                <a:spcPct val="0"/>
              </a:spcAft>
              <a:defRPr/>
            </a:pPr>
            <a:r>
              <a:rPr lang="pt-PT" sz="1000" dirty="0">
                <a:latin typeface="Arial" charset="0"/>
              </a:rPr>
              <a:t>This procedure </a:t>
            </a:r>
            <a:r>
              <a:rPr lang="en-US" sz="1000" dirty="0">
                <a:latin typeface="Arial" charset="0"/>
              </a:rPr>
              <a:t>applies to all engineering changes (physical items or product documentation) , including Model Year Changes, in all EDS units / locations, subsidiaries and majority owned joint ventures in Europe</a:t>
            </a:r>
            <a:endParaRPr lang="en-US" sz="1200" b="1" u="sng" kern="0" dirty="0">
              <a:solidFill>
                <a:srgbClr val="000000"/>
              </a:solidFill>
              <a:latin typeface="Arial"/>
            </a:endParaRPr>
          </a:p>
        </p:txBody>
      </p:sp>
      <p:cxnSp>
        <p:nvCxnSpPr>
          <p:cNvPr id="13" name="Straight Connector 12"/>
          <p:cNvCxnSpPr>
            <a:cxnSpLocks/>
            <a:stCxn id="12" idx="5"/>
            <a:endCxn id="2" idx="2"/>
          </p:cNvCxnSpPr>
          <p:nvPr/>
        </p:nvCxnSpPr>
        <p:spPr bwMode="auto">
          <a:xfrm flipV="1">
            <a:off x="5919229" y="1735455"/>
            <a:ext cx="1106933" cy="159659"/>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stCxn id="12" idx="1"/>
            <a:endCxn id="8" idx="0"/>
          </p:cNvCxnSpPr>
          <p:nvPr/>
        </p:nvCxnSpPr>
        <p:spPr bwMode="auto">
          <a:xfrm>
            <a:off x="5919229" y="3886200"/>
            <a:ext cx="1335972" cy="1571566"/>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a:cxnSpLocks/>
            <a:stCxn id="12" idx="2"/>
            <a:endCxn id="7" idx="0"/>
          </p:cNvCxnSpPr>
          <p:nvPr/>
        </p:nvCxnSpPr>
        <p:spPr bwMode="auto">
          <a:xfrm flipH="1">
            <a:off x="2705023" y="3886200"/>
            <a:ext cx="438359" cy="152400"/>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15"/>
          <p:cNvCxnSpPr>
            <a:cxnSpLocks/>
            <a:stCxn id="12" idx="4"/>
          </p:cNvCxnSpPr>
          <p:nvPr/>
        </p:nvCxnSpPr>
        <p:spPr bwMode="auto">
          <a:xfrm flipH="1" flipV="1">
            <a:off x="2181345" y="1249448"/>
            <a:ext cx="962037" cy="645666"/>
          </a:xfrm>
          <a:prstGeom prst="line">
            <a:avLst/>
          </a:prstGeom>
          <a:solidFill>
            <a:srgbClr val="FFFFFF"/>
          </a:solidFill>
          <a:ln w="127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Straight Arrow Connector 18"/>
          <p:cNvCxnSpPr>
            <a:cxnSpLocks/>
            <a:stCxn id="12" idx="0"/>
            <a:endCxn id="21" idx="1"/>
          </p:cNvCxnSpPr>
          <p:nvPr/>
        </p:nvCxnSpPr>
        <p:spPr>
          <a:xfrm flipV="1">
            <a:off x="6417000" y="2877511"/>
            <a:ext cx="152400" cy="13146"/>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graphicFrame>
        <p:nvGraphicFramePr>
          <p:cNvPr id="21" name="Group 706"/>
          <p:cNvGraphicFramePr>
            <a:graphicFrameLocks noGrp="1"/>
          </p:cNvGraphicFramePr>
          <p:nvPr>
            <p:extLst>
              <p:ext uri="{D42A27DB-BD31-4B8C-83A1-F6EECF244321}">
                <p14:modId xmlns:p14="http://schemas.microsoft.com/office/powerpoint/2010/main" val="1904730374"/>
              </p:ext>
            </p:extLst>
          </p:nvPr>
        </p:nvGraphicFramePr>
        <p:xfrm>
          <a:off x="6569400" y="2462537"/>
          <a:ext cx="2514601" cy="829948"/>
        </p:xfrm>
        <a:graphic>
          <a:graphicData uri="http://schemas.openxmlformats.org/drawingml/2006/table">
            <a:tbl>
              <a:tblPr/>
              <a:tblGrid>
                <a:gridCol w="2514601">
                  <a:extLst>
                    <a:ext uri="{9D8B030D-6E8A-4147-A177-3AD203B41FA5}">
                      <a16:colId xmlns:a16="http://schemas.microsoft.com/office/drawing/2014/main" val="20000"/>
                    </a:ext>
                  </a:extLst>
                </a:gridCol>
              </a:tblGrid>
              <a:tr h="297229">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dirty="0">
                          <a:ln>
                            <a:noFill/>
                          </a:ln>
                          <a:solidFill>
                            <a:srgbClr val="F84018"/>
                          </a:solidFill>
                          <a:effectLst/>
                          <a:latin typeface="Arial" charset="0"/>
                        </a:rPr>
                        <a:t>OUTPUTS</a:t>
                      </a:r>
                      <a:r>
                        <a:rPr kumimoji="0" lang="en-US" sz="1000" b="0" i="0" u="none" strike="noStrike" cap="none" normalizeH="0" baseline="0" dirty="0">
                          <a:ln>
                            <a:noFill/>
                          </a:ln>
                          <a:solidFill>
                            <a:schemeClr val="tx1"/>
                          </a:solidFill>
                          <a:effectLst/>
                          <a:latin typeface="Arial" charset="0"/>
                        </a:rPr>
                        <a:t> </a:t>
                      </a: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Process deliverables (EOS Pipe)</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440634">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eaLnBrk="1" hangingPunct="1">
                        <a:lnSpc>
                          <a:spcPct val="75000"/>
                        </a:lnSpc>
                        <a:spcBef>
                          <a:spcPct val="50000"/>
                        </a:spcBef>
                        <a:buFontTx/>
                        <a:buChar char="•"/>
                      </a:pPr>
                      <a:r>
                        <a:rPr lang="en-US" sz="1000" dirty="0"/>
                        <a:t> </a:t>
                      </a:r>
                      <a:r>
                        <a:rPr lang="en-US" sz="980" dirty="0"/>
                        <a:t>Change correctly implemented ( 4.</a:t>
                      </a:r>
                      <a:r>
                        <a:rPr lang="tr-TR" sz="980" dirty="0"/>
                        <a:t>1</a:t>
                      </a:r>
                      <a:r>
                        <a:rPr lang="en-US" sz="980" dirty="0"/>
                        <a:t>) </a:t>
                      </a:r>
                    </a:p>
                    <a:p>
                      <a:pPr eaLnBrk="1" hangingPunct="1">
                        <a:lnSpc>
                          <a:spcPct val="75000"/>
                        </a:lnSpc>
                        <a:spcBef>
                          <a:spcPct val="50000"/>
                        </a:spcBef>
                        <a:buFontTx/>
                        <a:buChar char="•"/>
                      </a:pPr>
                      <a:r>
                        <a:rPr lang="en-US" sz="980" dirty="0"/>
                        <a:t> Change implemented on time </a:t>
                      </a:r>
                      <a:r>
                        <a:rPr lang="tr-TR" sz="980" dirty="0"/>
                        <a:t>(</a:t>
                      </a:r>
                      <a:r>
                        <a:rPr lang="en-US" sz="980" dirty="0"/>
                        <a:t> 4.</a:t>
                      </a:r>
                      <a:r>
                        <a:rPr lang="tr-TR" sz="980" dirty="0"/>
                        <a:t>1</a:t>
                      </a:r>
                      <a:r>
                        <a:rPr lang="en-US" sz="980" dirty="0"/>
                        <a:t>) </a:t>
                      </a: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24" name="Group 706"/>
          <p:cNvGraphicFramePr>
            <a:graphicFrameLocks noGrp="1"/>
          </p:cNvGraphicFramePr>
          <p:nvPr>
            <p:extLst>
              <p:ext uri="{D42A27DB-BD31-4B8C-83A1-F6EECF244321}">
                <p14:modId xmlns:p14="http://schemas.microsoft.com/office/powerpoint/2010/main" val="876886273"/>
              </p:ext>
            </p:extLst>
          </p:nvPr>
        </p:nvGraphicFramePr>
        <p:xfrm>
          <a:off x="171896" y="2389450"/>
          <a:ext cx="2204842" cy="963350"/>
        </p:xfrm>
        <a:graphic>
          <a:graphicData uri="http://schemas.openxmlformats.org/drawingml/2006/table">
            <a:tbl>
              <a:tblPr/>
              <a:tblGrid>
                <a:gridCol w="2204842">
                  <a:extLst>
                    <a:ext uri="{9D8B030D-6E8A-4147-A177-3AD203B41FA5}">
                      <a16:colId xmlns:a16="http://schemas.microsoft.com/office/drawing/2014/main" val="20000"/>
                    </a:ext>
                  </a:extLst>
                </a:gridCol>
              </a:tblGrid>
              <a:tr h="14679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cap="none" normalizeH="0" baseline="0" dirty="0">
                          <a:ln>
                            <a:noFill/>
                          </a:ln>
                          <a:solidFill>
                            <a:srgbClr val="F84018"/>
                          </a:solidFill>
                          <a:effectLst/>
                          <a:latin typeface="Arial" charset="0"/>
                        </a:rPr>
                        <a:t>INPUTS</a:t>
                      </a:r>
                      <a:r>
                        <a:rPr kumimoji="0" lang="en-US" sz="1000" b="1" i="0" u="sng" strike="noStrike" cap="none" normalizeH="0" baseline="0" dirty="0">
                          <a:ln>
                            <a:noFill/>
                          </a:ln>
                          <a:solidFill>
                            <a:srgbClr val="0000CC"/>
                          </a:solidFill>
                          <a:effectLst/>
                          <a:latin typeface="Arial" charset="0"/>
                        </a:rPr>
                        <a:t> </a:t>
                      </a:r>
                      <a:endParaRPr kumimoji="0" lang="en-US" sz="1000" b="0" i="0" u="none" strike="noStrike" cap="none" normalizeH="0" baseline="0" dirty="0">
                        <a:ln>
                          <a:noFill/>
                        </a:ln>
                        <a:solidFill>
                          <a:schemeClr val="tx1"/>
                        </a:solidFill>
                        <a:effectLst/>
                        <a:latin typeface="Arial" charset="0"/>
                      </a:endParaRPr>
                    </a:p>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0" i="0" u="none" strike="noStrike" cap="none" normalizeH="0" baseline="0" dirty="0">
                          <a:ln>
                            <a:noFill/>
                          </a:ln>
                          <a:solidFill>
                            <a:schemeClr val="tx1"/>
                          </a:solidFill>
                          <a:effectLst/>
                          <a:latin typeface="Arial" charset="0"/>
                        </a:rPr>
                        <a:t>Triggers process to start (EOS Pipe)</a:t>
                      </a:r>
                    </a:p>
                  </a:txBody>
                  <a:tcPr marL="79960" marR="79960" marT="39209" marB="39209"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extLst>
                  <a:ext uri="{0D108BD9-81ED-4DB2-BD59-A6C34878D82A}">
                    <a16:rowId xmlns:a16="http://schemas.microsoft.com/office/drawing/2014/main" val="10000"/>
                  </a:ext>
                </a:extLst>
              </a:tr>
              <a:tr h="559597">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eaLnBrk="1" hangingPunct="1">
                        <a:lnSpc>
                          <a:spcPct val="75000"/>
                        </a:lnSpc>
                        <a:spcBef>
                          <a:spcPct val="50000"/>
                        </a:spcBef>
                        <a:buFontTx/>
                        <a:buChar char="•"/>
                      </a:pPr>
                      <a:r>
                        <a:rPr lang="en-US" sz="1000" dirty="0"/>
                        <a:t> Change Request ( 4.</a:t>
                      </a:r>
                      <a:r>
                        <a:rPr lang="tr-TR" sz="1000" dirty="0"/>
                        <a:t>1</a:t>
                      </a:r>
                      <a:r>
                        <a:rPr lang="en-US" sz="1000" dirty="0"/>
                        <a:t>)</a:t>
                      </a:r>
                    </a:p>
                    <a:p>
                      <a:pPr eaLnBrk="1" hangingPunct="1">
                        <a:lnSpc>
                          <a:spcPct val="75000"/>
                        </a:lnSpc>
                        <a:spcBef>
                          <a:spcPct val="50000"/>
                        </a:spcBef>
                        <a:buFontTx/>
                        <a:buChar char="•"/>
                      </a:pPr>
                      <a:r>
                        <a:rPr lang="en-US" sz="1000" dirty="0"/>
                        <a:t> Customer Drawings (</a:t>
                      </a:r>
                      <a:r>
                        <a:rPr lang="tr-TR" sz="1000" dirty="0"/>
                        <a:t> 4.1</a:t>
                      </a:r>
                      <a:r>
                        <a:rPr lang="pt-PT" sz="1000" dirty="0"/>
                        <a:t>)</a:t>
                      </a:r>
                      <a:endParaRPr lang="en-US" sz="1000" dirty="0"/>
                    </a:p>
                    <a:p>
                      <a:pPr eaLnBrk="1" hangingPunct="1">
                        <a:lnSpc>
                          <a:spcPct val="75000"/>
                        </a:lnSpc>
                        <a:spcBef>
                          <a:spcPct val="50000"/>
                        </a:spcBef>
                        <a:buFontTx/>
                        <a:buChar char="•"/>
                      </a:pPr>
                      <a:r>
                        <a:rPr lang="en-US" sz="1000" dirty="0"/>
                        <a:t> Customer Specifications (</a:t>
                      </a:r>
                      <a:r>
                        <a:rPr lang="tr-TR" sz="1000" dirty="0"/>
                        <a:t> 4.1</a:t>
                      </a:r>
                      <a:r>
                        <a:rPr lang="pt-PT" sz="1000" dirty="0"/>
                        <a:t>)</a:t>
                      </a:r>
                      <a:endParaRPr kumimoji="0" lang="en-US" sz="1000" b="0" i="0" u="none" strike="noStrike" cap="none" normalizeH="0" baseline="0" dirty="0">
                        <a:ln>
                          <a:noFill/>
                        </a:ln>
                        <a:solidFill>
                          <a:schemeClr val="tx1"/>
                        </a:solidFill>
                        <a:effectLst/>
                        <a:latin typeface="Arial" charset="0"/>
                      </a:endParaRPr>
                    </a:p>
                  </a:txBody>
                  <a:tcPr marL="79960" marR="79960" marT="39209" marB="392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cxnSp>
        <p:nvCxnSpPr>
          <p:cNvPr id="25" name="Straight Arrow Connector 24"/>
          <p:cNvCxnSpPr>
            <a:cxnSpLocks/>
            <a:stCxn id="24" idx="3"/>
            <a:endCxn id="12" idx="3"/>
          </p:cNvCxnSpPr>
          <p:nvPr/>
        </p:nvCxnSpPr>
        <p:spPr>
          <a:xfrm>
            <a:off x="2376738" y="2871125"/>
            <a:ext cx="268872" cy="19532"/>
          </a:xfrm>
          <a:prstGeom prst="straightConnector1">
            <a:avLst/>
          </a:prstGeom>
          <a:ln w="12700">
            <a:tailEnd type="arrow"/>
          </a:ln>
        </p:spPr>
        <p:style>
          <a:lnRef idx="1">
            <a:schemeClr val="dk1"/>
          </a:lnRef>
          <a:fillRef idx="0">
            <a:schemeClr val="dk1"/>
          </a:fillRef>
          <a:effectRef idx="0">
            <a:schemeClr val="dk1"/>
          </a:effectRef>
          <a:fontRef idx="minor">
            <a:schemeClr val="tx1"/>
          </a:fontRef>
        </p:style>
      </p:cxnSp>
      <p:graphicFrame>
        <p:nvGraphicFramePr>
          <p:cNvPr id="2" name="Group 700">
            <a:extLst>
              <a:ext uri="{FF2B5EF4-FFF2-40B4-BE49-F238E27FC236}">
                <a16:creationId xmlns:a16="http://schemas.microsoft.com/office/drawing/2014/main" id="{5520DE5E-1214-8EA4-E6C4-601C77C91590}"/>
              </a:ext>
            </a:extLst>
          </p:cNvPr>
          <p:cNvGraphicFramePr>
            <a:graphicFrameLocks noGrp="1"/>
          </p:cNvGraphicFramePr>
          <p:nvPr>
            <p:extLst>
              <p:ext uri="{D42A27DB-BD31-4B8C-83A1-F6EECF244321}">
                <p14:modId xmlns:p14="http://schemas.microsoft.com/office/powerpoint/2010/main" val="238771973"/>
              </p:ext>
            </p:extLst>
          </p:nvPr>
        </p:nvGraphicFramePr>
        <p:xfrm>
          <a:off x="5113060" y="400467"/>
          <a:ext cx="3826204" cy="1334988"/>
        </p:xfrm>
        <a:graphic>
          <a:graphicData uri="http://schemas.openxmlformats.org/drawingml/2006/table">
            <a:tbl>
              <a:tblPr/>
              <a:tblGrid>
                <a:gridCol w="1134587">
                  <a:extLst>
                    <a:ext uri="{9D8B030D-6E8A-4147-A177-3AD203B41FA5}">
                      <a16:colId xmlns:a16="http://schemas.microsoft.com/office/drawing/2014/main" val="20000"/>
                    </a:ext>
                  </a:extLst>
                </a:gridCol>
                <a:gridCol w="486252">
                  <a:extLst>
                    <a:ext uri="{9D8B030D-6E8A-4147-A177-3AD203B41FA5}">
                      <a16:colId xmlns:a16="http://schemas.microsoft.com/office/drawing/2014/main" val="20001"/>
                    </a:ext>
                  </a:extLst>
                </a:gridCol>
                <a:gridCol w="2205365">
                  <a:extLst>
                    <a:ext uri="{9D8B030D-6E8A-4147-A177-3AD203B41FA5}">
                      <a16:colId xmlns:a16="http://schemas.microsoft.com/office/drawing/2014/main" val="13234449"/>
                    </a:ext>
                  </a:extLst>
                </a:gridCol>
              </a:tblGrid>
              <a:tr h="194582">
                <a:tc gridSpan="3">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0" u="sng" strike="noStrike" kern="1200" cap="none" normalizeH="0" baseline="0" dirty="0">
                          <a:ln>
                            <a:noFill/>
                          </a:ln>
                          <a:solidFill>
                            <a:srgbClr val="F84018"/>
                          </a:solidFill>
                          <a:effectLst/>
                          <a:latin typeface="Arial" charset="0"/>
                        </a:rPr>
                        <a:t>WHO</a:t>
                      </a:r>
                      <a:r>
                        <a:rPr kumimoji="0" lang="en-US" sz="1000" b="0" i="0" u="none" strike="noStrike" cap="none" normalizeH="0" baseline="0" dirty="0">
                          <a:ln>
                            <a:noFill/>
                          </a:ln>
                          <a:solidFill>
                            <a:schemeClr val="tx1"/>
                          </a:solidFill>
                          <a:effectLst/>
                          <a:latin typeface="Arial" charset="0"/>
                        </a:rPr>
                        <a:t> owns this procedure and who participates in the process?    </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B7D1CF">
                        <a:alpha val="25098"/>
                      </a:srgbClr>
                    </a:solidFill>
                  </a:tcPr>
                </a:tc>
                <a:tc hMerge="1">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1000" b="0" i="0" u="none" strike="noStrike" cap="none" normalizeH="0" baseline="0">
                        <a:ln>
                          <a:noFill/>
                        </a:ln>
                        <a:solidFill>
                          <a:schemeClr val="tx1"/>
                        </a:solidFill>
                        <a:effectLst/>
                        <a:latin typeface="Arial" charset="0"/>
                      </a:endParaRPr>
                    </a:p>
                  </a:txBody>
                  <a:tcPr marL="79960" marR="79960" marT="39240" marB="3924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1F4FF"/>
                    </a:solidFill>
                  </a:tcPr>
                </a:tc>
                <a:tc hMerge="1">
                  <a:txBody>
                    <a:bodyPr/>
                    <a:lstStyle/>
                    <a:p>
                      <a:endParaRPr lang="en-US"/>
                    </a:p>
                  </a:txBody>
                  <a:tcPr/>
                </a:tc>
                <a:extLst>
                  <a:ext uri="{0D108BD9-81ED-4DB2-BD59-A6C34878D82A}">
                    <a16:rowId xmlns:a16="http://schemas.microsoft.com/office/drawing/2014/main" val="10000"/>
                  </a:ext>
                </a:extLst>
              </a:tr>
              <a:tr h="122098">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algn="r"/>
                      <a:r>
                        <a:rPr lang="en-US" sz="900" b="1" u="none" kern="1200" dirty="0">
                          <a:solidFill>
                            <a:schemeClr val="tx1"/>
                          </a:solidFill>
                          <a:effectLst/>
                          <a:latin typeface="Arial" panose="020B0604020202020204" pitchFamily="34" charset="0"/>
                          <a:ea typeface="+mn-ea"/>
                          <a:cs typeface="Arial" panose="020B0604020202020204" pitchFamily="34" charset="0"/>
                        </a:rPr>
                        <a:t>SL Owner </a:t>
                      </a:r>
                      <a:endParaRPr lang="en-US" sz="900" b="0"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p>
                      <a:pPr marL="0" indent="0" algn="l">
                        <a:buFont typeface="Arial" panose="020B0604020202020204" pitchFamily="34" charset="0"/>
                        <a:buNone/>
                      </a:pPr>
                      <a:r>
                        <a:rPr lang="sv-SE" sz="900" b="0" u="none" kern="1200" dirty="0">
                          <a:solidFill>
                            <a:schemeClr val="tx1"/>
                          </a:solidFill>
                          <a:effectLst/>
                          <a:latin typeface="Arial" panose="020B0604020202020204" pitchFamily="34" charset="0"/>
                          <a:ea typeface="+mn-ea"/>
                          <a:cs typeface="Arial" panose="020B0604020202020204" pitchFamily="34" charset="0"/>
                        </a:rPr>
                        <a:t>ME</a:t>
                      </a:r>
                      <a:endParaRPr lang="en-US" sz="900" b="0"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extLst>
                  <a:ext uri="{0D108BD9-81ED-4DB2-BD59-A6C34878D82A}">
                    <a16:rowId xmlns:a16="http://schemas.microsoft.com/office/drawing/2014/main" val="10001"/>
                  </a:ext>
                </a:extLst>
              </a:tr>
              <a:tr h="199759">
                <a:tc>
                  <a:txBody>
                    <a:bodyPr/>
                    <a:lstStyle/>
                    <a:p>
                      <a:pPr algn="r"/>
                      <a:r>
                        <a:rPr lang="en-US" sz="900" b="1" u="none" kern="1200" dirty="0">
                          <a:solidFill>
                            <a:schemeClr val="tx1"/>
                          </a:solidFill>
                          <a:effectLst/>
                          <a:latin typeface="Arial" panose="020B0604020202020204" pitchFamily="34" charset="0"/>
                          <a:ea typeface="+mn-ea"/>
                          <a:cs typeface="Arial" panose="020B0604020202020204" pitchFamily="34" charset="0"/>
                        </a:rPr>
                        <a:t>SL participants</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p>
                      <a:pPr marL="0" indent="0" algn="l">
                        <a:buFont typeface="Arial" panose="020B0604020202020204" pitchFamily="34" charset="0"/>
                        <a:buNone/>
                      </a:pPr>
                      <a:r>
                        <a:rPr kumimoji="0" lang="en-US" sz="900" b="0" i="0" u="none" strike="noStrike" cap="none" normalizeH="0" baseline="0" noProof="0" dirty="0">
                          <a:ln>
                            <a:noFill/>
                          </a:ln>
                          <a:solidFill>
                            <a:schemeClr val="tx1"/>
                          </a:solidFill>
                          <a:effectLst/>
                          <a:latin typeface="Arial" charset="0"/>
                        </a:rPr>
                        <a:t>ME</a:t>
                      </a:r>
                      <a:r>
                        <a:rPr kumimoji="0" lang="en-US" sz="900" b="0" i="0" u="none" strike="noStrike" cap="none" normalizeH="0" baseline="0" noProof="0" dirty="0">
                          <a:ln>
                            <a:noFill/>
                          </a:ln>
                          <a:solidFill>
                            <a:srgbClr val="000000"/>
                          </a:solidFill>
                          <a:effectLst/>
                          <a:latin typeface="Arial" charset="0"/>
                        </a:rPr>
                        <a:t>, SCM, </a:t>
                      </a:r>
                      <a:r>
                        <a:rPr kumimoji="0" lang="en-US" sz="900" b="0" i="0" u="none" strike="noStrike" cap="none" normalizeH="0" baseline="0" noProof="0" dirty="0">
                          <a:ln>
                            <a:noFill/>
                          </a:ln>
                          <a:solidFill>
                            <a:schemeClr val="tx1"/>
                          </a:solidFill>
                          <a:effectLst/>
                          <a:latin typeface="Arial" charset="0"/>
                        </a:rPr>
                        <a:t>PC, MG, CS, HR, PE</a:t>
                      </a:r>
                      <a:endParaRPr lang="en-US" sz="900" b="0"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extLst>
                  <a:ext uri="{0D108BD9-81ED-4DB2-BD59-A6C34878D82A}">
                    <a16:rowId xmlns:a16="http://schemas.microsoft.com/office/drawing/2014/main" val="10002"/>
                  </a:ext>
                </a:extLst>
              </a:tr>
              <a:tr h="130727">
                <a:tc rowSpan="3">
                  <a:txBody>
                    <a:bodyPr/>
                    <a:lstStyle/>
                    <a:p>
                      <a:pPr algn="r"/>
                      <a:r>
                        <a:rPr lang="en-US" sz="900" b="1" u="none" kern="1200" dirty="0">
                          <a:solidFill>
                            <a:schemeClr val="tx1"/>
                          </a:solidFill>
                          <a:effectLst/>
                          <a:latin typeface="Arial" panose="020B0604020202020204" pitchFamily="34" charset="0"/>
                          <a:ea typeface="+mn-ea"/>
                          <a:cs typeface="Arial" panose="020B0604020202020204" pitchFamily="34" charset="0"/>
                        </a:rPr>
                        <a:t>Product Line</a:t>
                      </a:r>
                    </a:p>
                    <a:p>
                      <a:pPr algn="r"/>
                      <a:endParaRPr lang="en-US" sz="900" b="1"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indent="0" algn="l">
                        <a:buFont typeface="Arial" panose="020B0604020202020204" pitchFamily="34" charset="0"/>
                        <a:buNone/>
                      </a:pPr>
                      <a:r>
                        <a:rPr lang="en-US" sz="1000" b="0" u="none" kern="1200" dirty="0">
                          <a:solidFill>
                            <a:schemeClr val="tx1"/>
                          </a:solidFill>
                          <a:effectLst/>
                          <a:latin typeface="Arial" panose="020B0604020202020204" pitchFamily="34" charset="0"/>
                          <a:ea typeface="+mn-ea"/>
                          <a:cs typeface="Arial" panose="020B0604020202020204" pitchFamily="34" charset="0"/>
                        </a:rPr>
                        <a:t>      </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indent="0" algn="l">
                        <a:buFont typeface="Arial" panose="020B0604020202020204" pitchFamily="34" charset="0"/>
                        <a:buNone/>
                      </a:pPr>
                      <a:r>
                        <a:rPr lang="en-US" sz="900" b="0" u="none" kern="1200" dirty="0">
                          <a:solidFill>
                            <a:schemeClr val="tx1"/>
                          </a:solidFill>
                          <a:effectLst/>
                          <a:latin typeface="Arial" panose="020B0604020202020204" pitchFamily="34" charset="0"/>
                          <a:ea typeface="+mn-ea"/>
                          <a:cs typeface="Arial" panose="020B0604020202020204" pitchFamily="34" charset="0"/>
                        </a:rPr>
                        <a:t> Cable</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130727">
                <a:tc vMerge="1">
                  <a:txBody>
                    <a:bodyPr/>
                    <a:lstStyle/>
                    <a:p>
                      <a:endParaRPr lang="en-US"/>
                    </a:p>
                  </a:txBody>
                  <a:tcPr/>
                </a:tc>
                <a:tc>
                  <a:txBody>
                    <a:bodyPr/>
                    <a:lstStyle/>
                    <a:p>
                      <a:pPr marL="0" indent="0" algn="l">
                        <a:buFont typeface="Arial" panose="020B0604020202020204" pitchFamily="34" charset="0"/>
                        <a:buNone/>
                      </a:pPr>
                      <a:r>
                        <a:rPr lang="sv-SE" sz="1000" b="0" u="none" kern="1200" dirty="0">
                          <a:solidFill>
                            <a:schemeClr val="tx1"/>
                          </a:solidFill>
                          <a:effectLst/>
                          <a:latin typeface="Arial" panose="020B0604020202020204" pitchFamily="34" charset="0"/>
                          <a:ea typeface="+mn-ea"/>
                          <a:cs typeface="Arial" panose="020B0604020202020204" pitchFamily="34" charset="0"/>
                        </a:rPr>
                        <a:t>X</a:t>
                      </a:r>
                      <a:endParaRPr lang="en-US" sz="1000" b="0"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indent="0" algn="l">
                        <a:buFont typeface="Arial" panose="020B0604020202020204" pitchFamily="34" charset="0"/>
                        <a:buNone/>
                      </a:pPr>
                      <a:r>
                        <a:rPr lang="en-US" sz="900" b="0" u="none" kern="1200" dirty="0">
                          <a:solidFill>
                            <a:schemeClr val="tx1"/>
                          </a:solidFill>
                          <a:effectLst/>
                          <a:latin typeface="Arial" panose="020B0604020202020204" pitchFamily="34" charset="0"/>
                          <a:ea typeface="+mn-ea"/>
                          <a:cs typeface="Arial" panose="020B0604020202020204" pitchFamily="34" charset="0"/>
                        </a:rPr>
                        <a:t>Wiring Harness </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807395034"/>
                  </a:ext>
                </a:extLst>
              </a:tr>
              <a:tr h="130727">
                <a:tc vMerge="1">
                  <a:txBody>
                    <a:bodyPr/>
                    <a:lstStyle/>
                    <a:p>
                      <a:endParaRPr lang="en-US"/>
                    </a:p>
                  </a:txBody>
                  <a:tcPr/>
                </a:tc>
                <a:tc>
                  <a:txBody>
                    <a:bodyPr/>
                    <a:lstStyle/>
                    <a:p>
                      <a:pPr marL="0" indent="0" algn="l">
                        <a:buFont typeface="Arial" panose="020B0604020202020204" pitchFamily="34" charset="0"/>
                        <a:buNone/>
                      </a:pPr>
                      <a:r>
                        <a:rPr lang="sv-SE" sz="1000" b="0" u="none" kern="1200" dirty="0">
                          <a:solidFill>
                            <a:schemeClr val="tx1"/>
                          </a:solidFill>
                          <a:effectLst/>
                          <a:latin typeface="Arial" panose="020B0604020202020204" pitchFamily="34" charset="0"/>
                          <a:ea typeface="+mn-ea"/>
                          <a:cs typeface="Arial" panose="020B0604020202020204" pitchFamily="34" charset="0"/>
                        </a:rPr>
                        <a:t>X</a:t>
                      </a:r>
                      <a:endParaRPr lang="en-US" sz="1000" b="0" u="none" kern="1200" dirty="0">
                        <a:solidFill>
                          <a:schemeClr val="tx1"/>
                        </a:solidFill>
                        <a:effectLst/>
                        <a:latin typeface="Arial" panose="020B0604020202020204" pitchFamily="34" charset="0"/>
                        <a:ea typeface="+mn-ea"/>
                        <a:cs typeface="Arial" panose="020B0604020202020204" pitchFamily="34" charset="0"/>
                      </a:endParaRP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indent="0" algn="l">
                        <a:buFont typeface="Arial" panose="020B0604020202020204" pitchFamily="34" charset="0"/>
                        <a:buNone/>
                      </a:pPr>
                      <a:r>
                        <a:rPr lang="en-US" sz="900" b="0" u="none" kern="1200" dirty="0">
                          <a:solidFill>
                            <a:schemeClr val="tx1"/>
                          </a:solidFill>
                          <a:effectLst/>
                          <a:latin typeface="Arial" panose="020B0604020202020204" pitchFamily="34" charset="0"/>
                          <a:ea typeface="+mn-ea"/>
                          <a:cs typeface="Arial" panose="020B0604020202020204" pitchFamily="34" charset="0"/>
                        </a:rPr>
                        <a:t> Cordset </a:t>
                      </a:r>
                    </a:p>
                  </a:txBody>
                  <a:tcPr marL="79960" marR="79960" marT="39240" marB="3924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39340001"/>
                  </a:ext>
                </a:extLst>
              </a:tr>
            </a:tbl>
          </a:graphicData>
        </a:graphic>
      </p:graphicFrame>
    </p:spTree>
    <p:extLst>
      <p:ext uri="{BB962C8B-B14F-4D97-AF65-F5344CB8AC3E}">
        <p14:creationId xmlns:p14="http://schemas.microsoft.com/office/powerpoint/2010/main" val="1463827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Group 1689">
            <a:extLst>
              <a:ext uri="{FF2B5EF4-FFF2-40B4-BE49-F238E27FC236}">
                <a16:creationId xmlns:a16="http://schemas.microsoft.com/office/drawing/2014/main" id="{1F0D73DF-D1AB-334A-904A-6E0F54CCF5CD}"/>
              </a:ext>
            </a:extLst>
          </p:cNvPr>
          <p:cNvGraphicFramePr>
            <a:graphicFrameLocks noGrp="1"/>
          </p:cNvGraphicFramePr>
          <p:nvPr>
            <p:extLst>
              <p:ext uri="{D42A27DB-BD31-4B8C-83A1-F6EECF244321}">
                <p14:modId xmlns:p14="http://schemas.microsoft.com/office/powerpoint/2010/main" val="308837794"/>
              </p:ext>
            </p:extLst>
          </p:nvPr>
        </p:nvGraphicFramePr>
        <p:xfrm>
          <a:off x="159440" y="1282289"/>
          <a:ext cx="1503481" cy="941279"/>
        </p:xfrm>
        <a:graphic>
          <a:graphicData uri="http://schemas.openxmlformats.org/drawingml/2006/table">
            <a:tbl>
              <a:tblPr/>
              <a:tblGrid>
                <a:gridCol w="373960">
                  <a:extLst>
                    <a:ext uri="{9D8B030D-6E8A-4147-A177-3AD203B41FA5}">
                      <a16:colId xmlns:a16="http://schemas.microsoft.com/office/drawing/2014/main" val="20000"/>
                    </a:ext>
                  </a:extLst>
                </a:gridCol>
                <a:gridCol w="1129521">
                  <a:extLst>
                    <a:ext uri="{9D8B030D-6E8A-4147-A177-3AD203B41FA5}">
                      <a16:colId xmlns:a16="http://schemas.microsoft.com/office/drawing/2014/main" val="20001"/>
                    </a:ext>
                  </a:extLst>
                </a:gridCol>
              </a:tblGrid>
              <a:tr h="26350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1" u="sng" strike="noStrike" kern="1200" cap="none" normalizeH="0" baseline="0" dirty="0">
                          <a:ln>
                            <a:noFill/>
                          </a:ln>
                          <a:solidFill>
                            <a:schemeClr val="tx2"/>
                          </a:solidFill>
                          <a:effectLst/>
                          <a:latin typeface="Arial" charset="0"/>
                          <a:ea typeface="+mn-ea"/>
                          <a:cs typeface="+mn-cs"/>
                          <a:hlinkClick r:id="rId2" action="ppaction://hlinksldjump">
                            <a:extLst>
                              <a:ext uri="{A12FA001-AC4F-418D-AE19-62706E023703}">
                                <ahyp:hlinkClr xmlns:ahyp="http://schemas.microsoft.com/office/drawing/2018/hyperlinkcolor" val="tx"/>
                              </a:ext>
                            </a:extLst>
                          </a:hlinkClick>
                        </a:rPr>
                        <a:t>1</a:t>
                      </a:r>
                      <a:endParaRPr kumimoji="0" lang="en-US" sz="1000" b="1" i="1" u="sng" strike="noStrike" kern="1200" cap="none" normalizeH="0" baseline="0" dirty="0">
                        <a:ln>
                          <a:noFill/>
                        </a:ln>
                        <a:solidFill>
                          <a:schemeClr val="tx2"/>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36" marB="27436"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5057">
                <a:tc gridSpan="2">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Receive Change Request</a:t>
                      </a:r>
                      <a:r>
                        <a:rPr kumimoji="0" lang="pt-PT" sz="900" b="0" i="0" u="none" strike="noStrike" cap="none" normalizeH="0" baseline="0" dirty="0">
                          <a:ln>
                            <a:noFill/>
                          </a:ln>
                          <a:solidFill>
                            <a:schemeClr val="tx1"/>
                          </a:solidFill>
                          <a:effectLst/>
                          <a:latin typeface="Arial" charset="0"/>
                        </a:rPr>
                        <a:t> </a:t>
                      </a:r>
                      <a:endParaRPr kumimoji="0" lang="en-US" sz="900" b="0" i="0" u="none" strike="noStrike" cap="none" normalizeH="0" baseline="0" dirty="0">
                        <a:ln>
                          <a:noFill/>
                        </a:ln>
                        <a:solidFill>
                          <a:schemeClr val="tx1"/>
                        </a:solidFill>
                        <a:effectLst/>
                        <a:latin typeface="Arial" charset="0"/>
                      </a:endParaRPr>
                    </a:p>
                  </a:txBody>
                  <a:tcPr marL="45720" marR="45720" marT="45727" marB="45727"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42722">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PE (CO, CL), A, E, H</a:t>
                      </a:r>
                      <a:endParaRPr kumimoji="0" lang="en-US" sz="900" b="0" i="0" u="none" strike="noStrike" cap="none" normalizeH="0" baseline="0" dirty="0">
                        <a:ln>
                          <a:noFill/>
                        </a:ln>
                        <a:solidFill>
                          <a:schemeClr val="tx1"/>
                        </a:solidFill>
                        <a:effectLst/>
                        <a:latin typeface="Arial" charset="0"/>
                      </a:endParaRPr>
                    </a:p>
                  </a:txBody>
                  <a:tcPr marL="45720" marR="45720" marT="27436" marB="27436"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28" name="Group 1690">
            <a:extLst>
              <a:ext uri="{FF2B5EF4-FFF2-40B4-BE49-F238E27FC236}">
                <a16:creationId xmlns:a16="http://schemas.microsoft.com/office/drawing/2014/main" id="{FB187B4E-DDC3-E008-88DE-C16A1EBD3910}"/>
              </a:ext>
            </a:extLst>
          </p:cNvPr>
          <p:cNvGraphicFramePr>
            <a:graphicFrameLocks noGrp="1"/>
          </p:cNvGraphicFramePr>
          <p:nvPr>
            <p:extLst>
              <p:ext uri="{D42A27DB-BD31-4B8C-83A1-F6EECF244321}">
                <p14:modId xmlns:p14="http://schemas.microsoft.com/office/powerpoint/2010/main" val="3910645355"/>
              </p:ext>
            </p:extLst>
          </p:nvPr>
        </p:nvGraphicFramePr>
        <p:xfrm>
          <a:off x="2094723" y="1270562"/>
          <a:ext cx="1534940" cy="966650"/>
        </p:xfrm>
        <a:graphic>
          <a:graphicData uri="http://schemas.openxmlformats.org/drawingml/2006/table">
            <a:tbl>
              <a:tblPr/>
              <a:tblGrid>
                <a:gridCol w="419877">
                  <a:extLst>
                    <a:ext uri="{9D8B030D-6E8A-4147-A177-3AD203B41FA5}">
                      <a16:colId xmlns:a16="http://schemas.microsoft.com/office/drawing/2014/main" val="20000"/>
                    </a:ext>
                  </a:extLst>
                </a:gridCol>
                <a:gridCol w="1115063">
                  <a:extLst>
                    <a:ext uri="{9D8B030D-6E8A-4147-A177-3AD203B41FA5}">
                      <a16:colId xmlns:a16="http://schemas.microsoft.com/office/drawing/2014/main" val="20001"/>
                    </a:ext>
                  </a:extLst>
                </a:gridCol>
              </a:tblGrid>
              <a:tr h="263073">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1" u="sng" strike="noStrike" kern="1200" cap="none" normalizeH="0" baseline="0" dirty="0">
                          <a:ln>
                            <a:noFill/>
                          </a:ln>
                          <a:solidFill>
                            <a:schemeClr val="tx2"/>
                          </a:solidFill>
                          <a:effectLst/>
                          <a:latin typeface="Arial" charset="0"/>
                          <a:ea typeface="+mn-ea"/>
                          <a:cs typeface="+mn-cs"/>
                          <a:hlinkClick r:id="rId2" action="ppaction://hlinksldjump">
                            <a:extLst>
                              <a:ext uri="{A12FA001-AC4F-418D-AE19-62706E023703}">
                                <ahyp:hlinkClr xmlns:ahyp="http://schemas.microsoft.com/office/drawing/2018/hyperlinkcolor" val="tx"/>
                              </a:ext>
                            </a:extLst>
                          </a:hlinkClick>
                        </a:rPr>
                        <a:t>2</a:t>
                      </a:r>
                      <a:endParaRPr kumimoji="0" lang="en-US" sz="1000" b="1" i="1" u="sng" strike="noStrike" kern="1200" cap="none" normalizeH="0" baseline="0" dirty="0">
                        <a:ln>
                          <a:noFill/>
                        </a:ln>
                        <a:solidFill>
                          <a:schemeClr val="tx2"/>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51679">
                <a:tc gridSpan="2">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Analyze the change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51898">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Project team, B</a:t>
                      </a:r>
                      <a:endParaRPr kumimoji="0" lang="en-US" sz="900" b="0" i="0" u="none" strike="noStrike" cap="none" normalizeH="0" baseline="0" dirty="0">
                        <a:ln>
                          <a:noFill/>
                        </a:ln>
                        <a:solidFill>
                          <a:schemeClr val="tx1"/>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30" name="Group 1666">
            <a:extLst>
              <a:ext uri="{FF2B5EF4-FFF2-40B4-BE49-F238E27FC236}">
                <a16:creationId xmlns:a16="http://schemas.microsoft.com/office/drawing/2014/main" id="{D20F389A-00F8-8797-24DC-A20CB1284032}"/>
              </a:ext>
            </a:extLst>
          </p:cNvPr>
          <p:cNvGraphicFramePr>
            <a:graphicFrameLocks noGrp="1"/>
          </p:cNvGraphicFramePr>
          <p:nvPr>
            <p:extLst>
              <p:ext uri="{D42A27DB-BD31-4B8C-83A1-F6EECF244321}">
                <p14:modId xmlns:p14="http://schemas.microsoft.com/office/powerpoint/2010/main" val="656949953"/>
              </p:ext>
            </p:extLst>
          </p:nvPr>
        </p:nvGraphicFramePr>
        <p:xfrm>
          <a:off x="4006356" y="1267875"/>
          <a:ext cx="1780214" cy="969337"/>
        </p:xfrm>
        <a:graphic>
          <a:graphicData uri="http://schemas.openxmlformats.org/drawingml/2006/table">
            <a:tbl>
              <a:tblPr/>
              <a:tblGrid>
                <a:gridCol w="300822">
                  <a:extLst>
                    <a:ext uri="{9D8B030D-6E8A-4147-A177-3AD203B41FA5}">
                      <a16:colId xmlns:a16="http://schemas.microsoft.com/office/drawing/2014/main" val="20000"/>
                    </a:ext>
                  </a:extLst>
                </a:gridCol>
                <a:gridCol w="1479392">
                  <a:extLst>
                    <a:ext uri="{9D8B030D-6E8A-4147-A177-3AD203B41FA5}">
                      <a16:colId xmlns:a16="http://schemas.microsoft.com/office/drawing/2014/main" val="20001"/>
                    </a:ext>
                  </a:extLst>
                </a:gridCol>
              </a:tblGrid>
              <a:tr h="245627">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1" u="sng" strike="noStrike" kern="1200" cap="none" normalizeH="0" baseline="0" dirty="0">
                          <a:ln>
                            <a:noFill/>
                          </a:ln>
                          <a:solidFill>
                            <a:schemeClr val="tx2"/>
                          </a:solidFill>
                          <a:effectLst/>
                          <a:latin typeface="Arial" charset="0"/>
                          <a:ea typeface="+mn-ea"/>
                          <a:cs typeface="+mn-cs"/>
                          <a:hlinkClick r:id="rId2" action="ppaction://hlinksldjump">
                            <a:extLst>
                              <a:ext uri="{A12FA001-AC4F-418D-AE19-62706E023703}">
                                <ahyp:hlinkClr xmlns:ahyp="http://schemas.microsoft.com/office/drawing/2018/hyperlinkcolor" val="tx"/>
                              </a:ext>
                            </a:extLst>
                          </a:hlinkClick>
                        </a:rPr>
                        <a:t>3</a:t>
                      </a:r>
                      <a:endParaRPr kumimoji="0" lang="en-US" sz="1000" b="1" i="1" u="sng" strike="noStrike" kern="1200" cap="none" normalizeH="0" baseline="0" dirty="0">
                        <a:ln>
                          <a:noFill/>
                        </a:ln>
                        <a:solidFill>
                          <a:schemeClr val="tx2"/>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 )</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874">
                <a:tc gridSpan="2">
                  <a:txBody>
                    <a:bodyPr/>
                    <a:lstStyle/>
                    <a:p>
                      <a:pPr marL="0" marR="0" lvl="0" indent="0" algn="ctr" defTabSz="947738" rtl="0" eaLnBrk="0" fontAlgn="base" latinLnBrk="0" hangingPunct="0">
                        <a:lnSpc>
                          <a:spcPct val="100000"/>
                        </a:lnSpc>
                        <a:spcBef>
                          <a:spcPct val="0"/>
                        </a:spcBef>
                        <a:spcAft>
                          <a:spcPct val="0"/>
                        </a:spcAft>
                        <a:buClrTx/>
                        <a:buSzTx/>
                        <a:buFontTx/>
                        <a:buNone/>
                        <a:tabLst/>
                      </a:pPr>
                      <a:r>
                        <a:rPr kumimoji="0" lang="en-US" sz="900" b="0" i="0" u="none" strike="noStrike" cap="none" normalizeH="0" baseline="0" dirty="0">
                          <a:ln>
                            <a:noFill/>
                          </a:ln>
                          <a:solidFill>
                            <a:schemeClr val="tx1"/>
                          </a:solidFill>
                          <a:effectLst/>
                          <a:latin typeface="Arial" charset="0"/>
                        </a:rPr>
                        <a:t>Is the change feasible?</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If “YES” go to Step 4</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If “NO” go to Step</a:t>
                      </a:r>
                      <a:r>
                        <a:rPr kumimoji="0" lang="en-US" sz="900" b="0" i="0" u="none" strike="noStrike" cap="none" normalizeH="0" baseline="0" dirty="0">
                          <a:ln>
                            <a:noFill/>
                          </a:ln>
                          <a:solidFill>
                            <a:schemeClr val="tx2"/>
                          </a:solidFill>
                          <a:effectLst/>
                          <a:latin typeface="Arial" charset="0"/>
                        </a:rPr>
                        <a:t> </a:t>
                      </a:r>
                      <a:r>
                        <a:rPr kumimoji="0" lang="en-US" sz="900" b="0" i="0" u="none" strike="noStrike" cap="none" normalizeH="0" baseline="0" dirty="0">
                          <a:ln>
                            <a:noFill/>
                          </a:ln>
                          <a:solidFill>
                            <a:schemeClr val="tx1"/>
                          </a:solidFill>
                          <a:effectLst/>
                          <a:latin typeface="Arial" charset="0"/>
                        </a:rPr>
                        <a:t>21</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474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Project team, B, E</a:t>
                      </a: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32" name="Group 1716">
            <a:extLst>
              <a:ext uri="{FF2B5EF4-FFF2-40B4-BE49-F238E27FC236}">
                <a16:creationId xmlns:a16="http://schemas.microsoft.com/office/drawing/2014/main" id="{BBEA4EB5-0CEB-616F-5CE3-10853649DBA2}"/>
              </a:ext>
            </a:extLst>
          </p:cNvPr>
          <p:cNvGraphicFramePr>
            <a:graphicFrameLocks noGrp="1"/>
          </p:cNvGraphicFramePr>
          <p:nvPr>
            <p:extLst>
              <p:ext uri="{D42A27DB-BD31-4B8C-83A1-F6EECF244321}">
                <p14:modId xmlns:p14="http://schemas.microsoft.com/office/powerpoint/2010/main" val="1737880421"/>
              </p:ext>
            </p:extLst>
          </p:nvPr>
        </p:nvGraphicFramePr>
        <p:xfrm>
          <a:off x="6286025" y="1268941"/>
          <a:ext cx="1949325" cy="986415"/>
        </p:xfrm>
        <a:graphic>
          <a:graphicData uri="http://schemas.openxmlformats.org/drawingml/2006/table">
            <a:tbl>
              <a:tblPr/>
              <a:tblGrid>
                <a:gridCol w="329162">
                  <a:extLst>
                    <a:ext uri="{9D8B030D-6E8A-4147-A177-3AD203B41FA5}">
                      <a16:colId xmlns:a16="http://schemas.microsoft.com/office/drawing/2014/main" val="20000"/>
                    </a:ext>
                  </a:extLst>
                </a:gridCol>
                <a:gridCol w="1620163">
                  <a:extLst>
                    <a:ext uri="{9D8B030D-6E8A-4147-A177-3AD203B41FA5}">
                      <a16:colId xmlns:a16="http://schemas.microsoft.com/office/drawing/2014/main" val="20001"/>
                    </a:ext>
                  </a:extLst>
                </a:gridCol>
              </a:tblGrid>
              <a:tr h="249005">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1" u="sng" strike="noStrike" kern="1200" cap="none" normalizeH="0" baseline="0" dirty="0">
                          <a:ln>
                            <a:noFill/>
                          </a:ln>
                          <a:solidFill>
                            <a:schemeClr val="tx2"/>
                          </a:solidFill>
                          <a:effectLst/>
                          <a:latin typeface="Arial" charset="0"/>
                          <a:ea typeface="+mn-ea"/>
                          <a:cs typeface="+mn-cs"/>
                          <a:hlinkClick r:id="rId3" action="ppaction://hlinksldjump">
                            <a:extLst>
                              <a:ext uri="{A12FA001-AC4F-418D-AE19-62706E023703}">
                                <ahyp:hlinkClr xmlns:ahyp="http://schemas.microsoft.com/office/drawing/2018/hyperlinkcolor" val="tx"/>
                              </a:ext>
                            </a:extLst>
                          </a:hlinkClick>
                        </a:rPr>
                        <a:t>4</a:t>
                      </a:r>
                      <a:endParaRPr kumimoji="0" lang="en-US" sz="1000" b="1" i="1" u="sng" strike="noStrike" kern="1200" cap="none" normalizeH="0" baseline="0" dirty="0">
                        <a:ln>
                          <a:noFill/>
                        </a:ln>
                        <a:solidFill>
                          <a:schemeClr val="tx2"/>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25" marB="2742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3927">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Consolidate  the change cost and propose implementation date</a:t>
                      </a:r>
                    </a:p>
                  </a:txBody>
                  <a:tcPr marL="45720" marR="45720" marT="45710" marB="4571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76398">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Local Finance, Purchasing, PC</a:t>
                      </a:r>
                      <a:r>
                        <a:rPr kumimoji="0" lang="pt-PT" sz="900" b="0" i="0" u="none" strike="noStrike" cap="none" normalizeH="0" baseline="0" dirty="0">
                          <a:ln>
                            <a:noFill/>
                          </a:ln>
                          <a:solidFill>
                            <a:schemeClr val="tx1"/>
                          </a:solidFill>
                          <a:effectLst/>
                          <a:latin typeface="Arial" charset="0"/>
                        </a:rPr>
                        <a:t> </a:t>
                      </a:r>
                      <a:r>
                        <a:rPr kumimoji="0" lang="tr-TR" sz="900" b="0" i="1" u="none" strike="noStrike" cap="none" normalizeH="0" baseline="0" dirty="0">
                          <a:ln>
                            <a:noFill/>
                          </a:ln>
                          <a:solidFill>
                            <a:schemeClr val="tx1"/>
                          </a:solidFill>
                          <a:effectLst/>
                          <a:latin typeface="Arial" charset="0"/>
                        </a:rPr>
                        <a:t>, G</a:t>
                      </a:r>
                      <a:r>
                        <a:rPr kumimoji="0" lang="en-US" sz="900" b="0" i="1" u="none" strike="noStrike" cap="none" normalizeH="0" baseline="0" dirty="0">
                          <a:ln>
                            <a:noFill/>
                          </a:ln>
                          <a:solidFill>
                            <a:schemeClr val="tx1"/>
                          </a:solidFill>
                          <a:effectLst/>
                          <a:latin typeface="Arial" charset="0"/>
                        </a:rPr>
                        <a:t>, D, E</a:t>
                      </a:r>
                      <a:endParaRPr kumimoji="0" lang="pt-PT" sz="900" b="0" i="1" u="none" strike="noStrike" cap="none" normalizeH="0" baseline="0" dirty="0">
                        <a:ln>
                          <a:noFill/>
                        </a:ln>
                        <a:solidFill>
                          <a:schemeClr val="tx1"/>
                        </a:solidFill>
                        <a:effectLst/>
                        <a:latin typeface="Arial" charset="0"/>
                      </a:endParaRPr>
                    </a:p>
                  </a:txBody>
                  <a:tcPr marL="45720" marR="45720" marT="27425" marB="2742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35" name="AutoShape 1573">
            <a:extLst>
              <a:ext uri="{FF2B5EF4-FFF2-40B4-BE49-F238E27FC236}">
                <a16:creationId xmlns:a16="http://schemas.microsoft.com/office/drawing/2014/main" id="{FB579971-3092-E6E9-1AB6-2833A717DF27}"/>
              </a:ext>
            </a:extLst>
          </p:cNvPr>
          <p:cNvSpPr>
            <a:spLocks noChangeArrowheads="1"/>
          </p:cNvSpPr>
          <p:nvPr/>
        </p:nvSpPr>
        <p:spPr bwMode="auto">
          <a:xfrm>
            <a:off x="1905000" y="2832784"/>
            <a:ext cx="2968820" cy="825371"/>
          </a:xfrm>
          <a:prstGeom prst="flowChartDecision">
            <a:avLst/>
          </a:prstGeom>
          <a:solidFill>
            <a:srgbClr val="FFFFCC"/>
          </a:solidFill>
          <a:ln w="12700">
            <a:solidFill>
              <a:schemeClr val="tx1"/>
            </a:solidFill>
            <a:miter lim="800000"/>
            <a:headEnd/>
            <a:tailEnd/>
          </a:ln>
        </p:spPr>
        <p:txBody>
          <a:bodyPr wrap="square" lIns="0" tIns="0" rIns="0" bIns="0" anchor="ctr">
            <a:spAutoFit/>
          </a:bodyPr>
          <a:lstStyle/>
          <a:p>
            <a:pPr algn="ctr"/>
            <a:r>
              <a:rPr lang="en-US" sz="900" i="1" dirty="0"/>
              <a:t>Is same product produced in more than one EDS site and is Liaison coordinator assigned?</a:t>
            </a:r>
          </a:p>
        </p:txBody>
      </p:sp>
      <p:cxnSp>
        <p:nvCxnSpPr>
          <p:cNvPr id="36" name="Elbow Connector 22">
            <a:extLst>
              <a:ext uri="{FF2B5EF4-FFF2-40B4-BE49-F238E27FC236}">
                <a16:creationId xmlns:a16="http://schemas.microsoft.com/office/drawing/2014/main" id="{871D044C-7DD5-CA49-E761-9A9DC34BF820}"/>
              </a:ext>
            </a:extLst>
          </p:cNvPr>
          <p:cNvCxnSpPr>
            <a:cxnSpLocks/>
            <a:stCxn id="35" idx="3"/>
            <a:endCxn id="41" idx="0"/>
          </p:cNvCxnSpPr>
          <p:nvPr/>
        </p:nvCxnSpPr>
        <p:spPr bwMode="auto">
          <a:xfrm>
            <a:off x="4873820" y="3245470"/>
            <a:ext cx="159181" cy="598739"/>
          </a:xfrm>
          <a:prstGeom prst="bentConnector2">
            <a:avLst/>
          </a:prstGeom>
          <a:solidFill>
            <a:schemeClr val="bg1"/>
          </a:solidFill>
          <a:ln w="15875" cap="flat" cmpd="sng" algn="ctr">
            <a:solidFill>
              <a:schemeClr val="tx1"/>
            </a:solidFill>
            <a:prstDash val="solid"/>
            <a:round/>
            <a:headEnd type="none" w="med" len="med"/>
            <a:tailEnd type="triangle" w="med" len="med"/>
          </a:ln>
          <a:effectLst/>
        </p:spPr>
      </p:cxnSp>
      <p:sp>
        <p:nvSpPr>
          <p:cNvPr id="37" name="Oval 36">
            <a:extLst>
              <a:ext uri="{FF2B5EF4-FFF2-40B4-BE49-F238E27FC236}">
                <a16:creationId xmlns:a16="http://schemas.microsoft.com/office/drawing/2014/main" id="{D9F78DA9-4378-1970-50EC-77176DAE09F3}"/>
              </a:ext>
            </a:extLst>
          </p:cNvPr>
          <p:cNvSpPr/>
          <p:nvPr/>
        </p:nvSpPr>
        <p:spPr bwMode="auto">
          <a:xfrm>
            <a:off x="4881145" y="3336702"/>
            <a:ext cx="678199"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YES</a:t>
            </a:r>
          </a:p>
        </p:txBody>
      </p:sp>
      <p:sp>
        <p:nvSpPr>
          <p:cNvPr id="39" name="Oval 38">
            <a:extLst>
              <a:ext uri="{FF2B5EF4-FFF2-40B4-BE49-F238E27FC236}">
                <a16:creationId xmlns:a16="http://schemas.microsoft.com/office/drawing/2014/main" id="{8AEDC890-0217-7C19-5F36-5ED3B0A68C22}"/>
              </a:ext>
            </a:extLst>
          </p:cNvPr>
          <p:cNvSpPr/>
          <p:nvPr/>
        </p:nvSpPr>
        <p:spPr bwMode="auto">
          <a:xfrm>
            <a:off x="3186471" y="5707769"/>
            <a:ext cx="430753" cy="431668"/>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u="sng" strike="noStrike" cap="none" normalizeH="0" baseline="0" dirty="0">
                <a:ln>
                  <a:noFill/>
                </a:ln>
                <a:solidFill>
                  <a:srgbClr val="0070C0"/>
                </a:solidFill>
                <a:effectLst/>
                <a:latin typeface="Arial" charset="0"/>
              </a:rPr>
              <a:t>5</a:t>
            </a:r>
          </a:p>
        </p:txBody>
      </p:sp>
      <p:graphicFrame>
        <p:nvGraphicFramePr>
          <p:cNvPr id="41" name="Group 1716">
            <a:extLst>
              <a:ext uri="{FF2B5EF4-FFF2-40B4-BE49-F238E27FC236}">
                <a16:creationId xmlns:a16="http://schemas.microsoft.com/office/drawing/2014/main" id="{80AA638F-B277-39E7-DF49-4B1B84C3B677}"/>
              </a:ext>
            </a:extLst>
          </p:cNvPr>
          <p:cNvGraphicFramePr>
            <a:graphicFrameLocks noGrp="1"/>
          </p:cNvGraphicFramePr>
          <p:nvPr>
            <p:extLst>
              <p:ext uri="{D42A27DB-BD31-4B8C-83A1-F6EECF244321}">
                <p14:modId xmlns:p14="http://schemas.microsoft.com/office/powerpoint/2010/main" val="3898496202"/>
              </p:ext>
            </p:extLst>
          </p:nvPr>
        </p:nvGraphicFramePr>
        <p:xfrm>
          <a:off x="4309101" y="3844209"/>
          <a:ext cx="1447800" cy="996643"/>
        </p:xfrm>
        <a:graphic>
          <a:graphicData uri="http://schemas.openxmlformats.org/drawingml/2006/table">
            <a:tbl>
              <a:tblPr/>
              <a:tblGrid>
                <a:gridCol w="363821">
                  <a:extLst>
                    <a:ext uri="{9D8B030D-6E8A-4147-A177-3AD203B41FA5}">
                      <a16:colId xmlns:a16="http://schemas.microsoft.com/office/drawing/2014/main" val="20000"/>
                    </a:ext>
                  </a:extLst>
                </a:gridCol>
                <a:gridCol w="1083979">
                  <a:extLst>
                    <a:ext uri="{9D8B030D-6E8A-4147-A177-3AD203B41FA5}">
                      <a16:colId xmlns:a16="http://schemas.microsoft.com/office/drawing/2014/main" val="20001"/>
                    </a:ext>
                  </a:extLst>
                </a:gridCol>
              </a:tblGrid>
              <a:tr h="264396">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1" u="sng" strike="noStrike" kern="1200" cap="none" normalizeH="0" baseline="0" noProof="0" dirty="0">
                          <a:ln>
                            <a:noFill/>
                          </a:ln>
                          <a:solidFill>
                            <a:schemeClr val="tx2"/>
                          </a:solidFill>
                          <a:effectLst/>
                          <a:latin typeface="Arial" charset="0"/>
                          <a:ea typeface="+mn-ea"/>
                          <a:cs typeface="+mn-cs"/>
                          <a:hlinkClick r:id="rId3" action="ppaction://hlinksldjump">
                            <a:extLst>
                              <a:ext uri="{A12FA001-AC4F-418D-AE19-62706E023703}">
                                <ahyp:hlinkClr xmlns:ahyp="http://schemas.microsoft.com/office/drawing/2018/hyperlinkcolor" val="tx"/>
                              </a:ext>
                            </a:extLst>
                          </a:hlinkClick>
                        </a:rPr>
                        <a:t>4a</a:t>
                      </a:r>
                      <a:endParaRPr kumimoji="0" lang="en-US" sz="1000" b="1" i="1" u="sng" strike="noStrike" kern="1200" cap="none" normalizeH="0" baseline="0" noProof="0" dirty="0">
                        <a:ln>
                          <a:noFill/>
                        </a:ln>
                        <a:solidFill>
                          <a:schemeClr val="tx2"/>
                        </a:solidFill>
                        <a:effectLst/>
                        <a:latin typeface="Arial" charset="0"/>
                        <a:ea typeface="+mn-ea"/>
                        <a:cs typeface="+mn-cs"/>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noProof="0" dirty="0">
                          <a:ln>
                            <a:noFill/>
                          </a:ln>
                          <a:solidFill>
                            <a:schemeClr val="tx1"/>
                          </a:solidFill>
                          <a:effectLst/>
                          <a:latin typeface="Arial" charset="0"/>
                        </a:rPr>
                        <a:t>ME (CIL)</a:t>
                      </a:r>
                    </a:p>
                  </a:txBody>
                  <a:tcPr marL="45720" marR="0" marT="27425" marB="2742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54">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Send information to Liaison Coordinator  </a:t>
                      </a:r>
                    </a:p>
                  </a:txBody>
                  <a:tcPr marL="45720" marR="45720" marT="45710" marB="4571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89293">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en-US" sz="900" b="0" i="1" u="none" strike="noStrike" cap="none" normalizeH="0" baseline="0" noProof="0" dirty="0">
                        <a:ln>
                          <a:noFill/>
                        </a:ln>
                        <a:solidFill>
                          <a:schemeClr val="tx1"/>
                        </a:solidFill>
                        <a:effectLst/>
                        <a:latin typeface="Arial" charset="0"/>
                      </a:endParaRPr>
                    </a:p>
                  </a:txBody>
                  <a:tcPr marL="45720" marR="45720" marT="27425" marB="2742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42" name="Group 1716">
            <a:extLst>
              <a:ext uri="{FF2B5EF4-FFF2-40B4-BE49-F238E27FC236}">
                <a16:creationId xmlns:a16="http://schemas.microsoft.com/office/drawing/2014/main" id="{8780E655-2452-13E1-1DC4-7AAE63A85E0F}"/>
              </a:ext>
            </a:extLst>
          </p:cNvPr>
          <p:cNvGraphicFramePr>
            <a:graphicFrameLocks noGrp="1"/>
          </p:cNvGraphicFramePr>
          <p:nvPr>
            <p:extLst>
              <p:ext uri="{D42A27DB-BD31-4B8C-83A1-F6EECF244321}">
                <p14:modId xmlns:p14="http://schemas.microsoft.com/office/powerpoint/2010/main" val="2526248465"/>
              </p:ext>
            </p:extLst>
          </p:nvPr>
        </p:nvGraphicFramePr>
        <p:xfrm>
          <a:off x="6170607" y="3831466"/>
          <a:ext cx="1596443" cy="996643"/>
        </p:xfrm>
        <a:graphic>
          <a:graphicData uri="http://schemas.openxmlformats.org/drawingml/2006/table">
            <a:tbl>
              <a:tblPr/>
              <a:tblGrid>
                <a:gridCol w="376901">
                  <a:extLst>
                    <a:ext uri="{9D8B030D-6E8A-4147-A177-3AD203B41FA5}">
                      <a16:colId xmlns:a16="http://schemas.microsoft.com/office/drawing/2014/main" val="20000"/>
                    </a:ext>
                  </a:extLst>
                </a:gridCol>
                <a:gridCol w="1219542">
                  <a:extLst>
                    <a:ext uri="{9D8B030D-6E8A-4147-A177-3AD203B41FA5}">
                      <a16:colId xmlns:a16="http://schemas.microsoft.com/office/drawing/2014/main" val="20001"/>
                    </a:ext>
                  </a:extLst>
                </a:gridCol>
              </a:tblGrid>
              <a:tr h="264396">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000" b="1" i="1" u="sng" strike="noStrike" cap="none" normalizeH="0" baseline="0" noProof="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4b</a:t>
                      </a:r>
                      <a:endParaRPr kumimoji="0" lang="en-US" sz="1000" b="1" i="1" u="sng" strike="noStrike" cap="none" normalizeH="0" baseline="0" noProof="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noProof="0" dirty="0">
                          <a:ln>
                            <a:noFill/>
                          </a:ln>
                          <a:solidFill>
                            <a:schemeClr val="tx1"/>
                          </a:solidFill>
                          <a:effectLst/>
                          <a:latin typeface="Arial" charset="0"/>
                        </a:rPr>
                        <a:t>Liaison Coordinator</a:t>
                      </a:r>
                    </a:p>
                  </a:txBody>
                  <a:tcPr marL="45720" marR="0" marT="27425" marB="2742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54">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Align feedbacks between plants</a:t>
                      </a:r>
                    </a:p>
                  </a:txBody>
                  <a:tcPr marL="45720" marR="45720" marT="45710" marB="4571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89293">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tr-TR" sz="900" b="0" i="0" u="none" strike="noStrike" cap="none" normalizeH="0" baseline="0" noProof="0" dirty="0">
                          <a:ln>
                            <a:noFill/>
                          </a:ln>
                          <a:solidFill>
                            <a:schemeClr val="tx1"/>
                          </a:solidFill>
                          <a:effectLst/>
                          <a:latin typeface="Arial" charset="0"/>
                        </a:rPr>
                        <a:t>ME, PE</a:t>
                      </a:r>
                      <a:endParaRPr kumimoji="0" lang="en-US" sz="900" b="0" i="0" u="none" strike="noStrike" cap="none" normalizeH="0" baseline="0" noProof="0" dirty="0">
                        <a:ln>
                          <a:noFill/>
                        </a:ln>
                        <a:solidFill>
                          <a:schemeClr val="tx1"/>
                        </a:solidFill>
                        <a:effectLst/>
                        <a:latin typeface="Arial" charset="0"/>
                      </a:endParaRPr>
                    </a:p>
                  </a:txBody>
                  <a:tcPr marL="45720" marR="45720" marT="27425" marB="2742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43" name="AutoShape 1573">
            <a:extLst>
              <a:ext uri="{FF2B5EF4-FFF2-40B4-BE49-F238E27FC236}">
                <a16:creationId xmlns:a16="http://schemas.microsoft.com/office/drawing/2014/main" id="{3608637E-52B8-014B-88EB-39A9CAEE4D49}"/>
              </a:ext>
            </a:extLst>
          </p:cNvPr>
          <p:cNvSpPr>
            <a:spLocks noChangeArrowheads="1"/>
          </p:cNvSpPr>
          <p:nvPr/>
        </p:nvSpPr>
        <p:spPr bwMode="auto">
          <a:xfrm>
            <a:off x="6170607" y="5023286"/>
            <a:ext cx="1243559" cy="825371"/>
          </a:xfrm>
          <a:prstGeom prst="flowChartDecision">
            <a:avLst/>
          </a:prstGeom>
          <a:solidFill>
            <a:srgbClr val="FFFFCC"/>
          </a:solidFill>
          <a:ln w="12700">
            <a:solidFill>
              <a:schemeClr val="tx1"/>
            </a:solidFill>
            <a:miter lim="800000"/>
            <a:headEnd/>
            <a:tailEnd/>
          </a:ln>
        </p:spPr>
        <p:txBody>
          <a:bodyPr wrap="square" lIns="0" tIns="0" rIns="0" bIns="0" anchor="ctr">
            <a:spAutoFit/>
          </a:bodyPr>
          <a:lstStyle/>
          <a:p>
            <a:pPr algn="ctr"/>
            <a:r>
              <a:rPr lang="en-US" sz="900" dirty="0"/>
              <a:t>Are feedbacks aligned?</a:t>
            </a:r>
          </a:p>
        </p:txBody>
      </p:sp>
      <p:cxnSp>
        <p:nvCxnSpPr>
          <p:cNvPr id="44" name="Elbow Connector 63">
            <a:extLst>
              <a:ext uri="{FF2B5EF4-FFF2-40B4-BE49-F238E27FC236}">
                <a16:creationId xmlns:a16="http://schemas.microsoft.com/office/drawing/2014/main" id="{732CA4A9-7AED-14ED-9D02-2D37A4B809F8}"/>
              </a:ext>
            </a:extLst>
          </p:cNvPr>
          <p:cNvCxnSpPr>
            <a:cxnSpLocks/>
            <a:stCxn id="43" idx="3"/>
            <a:endCxn id="42" idx="3"/>
          </p:cNvCxnSpPr>
          <p:nvPr/>
        </p:nvCxnSpPr>
        <p:spPr bwMode="auto">
          <a:xfrm flipV="1">
            <a:off x="7414166" y="4329787"/>
            <a:ext cx="352884" cy="1106185"/>
          </a:xfrm>
          <a:prstGeom prst="bentConnector3">
            <a:avLst>
              <a:gd name="adj1" fmla="val 164780"/>
            </a:avLst>
          </a:prstGeom>
          <a:solidFill>
            <a:schemeClr val="bg1"/>
          </a:solidFill>
          <a:ln w="15875" cap="flat" cmpd="sng" algn="ctr">
            <a:solidFill>
              <a:schemeClr val="tx1"/>
            </a:solidFill>
            <a:prstDash val="solid"/>
            <a:round/>
            <a:headEnd type="none" w="med" len="med"/>
            <a:tailEnd type="triangle" w="med" len="med"/>
          </a:ln>
          <a:effectLst/>
        </p:spPr>
      </p:cxnSp>
      <p:cxnSp>
        <p:nvCxnSpPr>
          <p:cNvPr id="46" name="Elbow Connector 3140">
            <a:extLst>
              <a:ext uri="{FF2B5EF4-FFF2-40B4-BE49-F238E27FC236}">
                <a16:creationId xmlns:a16="http://schemas.microsoft.com/office/drawing/2014/main" id="{CE64C497-70DE-5B1B-FD60-2D80DC3CFD95}"/>
              </a:ext>
            </a:extLst>
          </p:cNvPr>
          <p:cNvCxnSpPr>
            <a:cxnSpLocks/>
            <a:stCxn id="43" idx="2"/>
          </p:cNvCxnSpPr>
          <p:nvPr/>
        </p:nvCxnSpPr>
        <p:spPr bwMode="auto">
          <a:xfrm rot="16200000" flipH="1">
            <a:off x="7151843" y="5489200"/>
            <a:ext cx="79309" cy="798221"/>
          </a:xfrm>
          <a:prstGeom prst="bentConnector2">
            <a:avLst/>
          </a:prstGeom>
          <a:solidFill>
            <a:schemeClr val="bg1"/>
          </a:solidFill>
          <a:ln w="15875" cap="flat" cmpd="sng" algn="ctr">
            <a:solidFill>
              <a:schemeClr val="tx1"/>
            </a:solidFill>
            <a:prstDash val="solid"/>
            <a:round/>
            <a:headEnd type="none" w="med" len="med"/>
            <a:tailEnd type="triangle"/>
          </a:ln>
          <a:effectLst/>
        </p:spPr>
      </p:cxnSp>
      <p:sp>
        <p:nvSpPr>
          <p:cNvPr id="48" name="Oval 47">
            <a:extLst>
              <a:ext uri="{FF2B5EF4-FFF2-40B4-BE49-F238E27FC236}">
                <a16:creationId xmlns:a16="http://schemas.microsoft.com/office/drawing/2014/main" id="{1A260F92-2EFA-0CF1-E444-124D96DDF89D}"/>
              </a:ext>
            </a:extLst>
          </p:cNvPr>
          <p:cNvSpPr/>
          <p:nvPr/>
        </p:nvSpPr>
        <p:spPr bwMode="auto">
          <a:xfrm>
            <a:off x="7590608" y="5762516"/>
            <a:ext cx="381000" cy="32217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200" b="1" u="sng" strike="noStrike" cap="none" normalizeH="0" baseline="0" dirty="0">
                <a:ln>
                  <a:noFill/>
                </a:ln>
                <a:solidFill>
                  <a:srgbClr val="0070C0"/>
                </a:solidFill>
                <a:effectLst/>
                <a:latin typeface="Arial" charset="0"/>
              </a:rPr>
              <a:t>5</a:t>
            </a:r>
          </a:p>
        </p:txBody>
      </p:sp>
      <p:cxnSp>
        <p:nvCxnSpPr>
          <p:cNvPr id="9" name="Straight Arrow Connector 8">
            <a:extLst>
              <a:ext uri="{FF2B5EF4-FFF2-40B4-BE49-F238E27FC236}">
                <a16:creationId xmlns:a16="http://schemas.microsoft.com/office/drawing/2014/main" id="{84B37E99-45DB-C46D-B4D6-5BE87876F9EE}"/>
              </a:ext>
            </a:extLst>
          </p:cNvPr>
          <p:cNvCxnSpPr>
            <a:cxnSpLocks/>
            <a:endCxn id="28" idx="1"/>
          </p:cNvCxnSpPr>
          <p:nvPr/>
        </p:nvCxnSpPr>
        <p:spPr>
          <a:xfrm>
            <a:off x="1662921" y="1752543"/>
            <a:ext cx="431802" cy="1344"/>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FE15EEB5-F946-95A5-B8DE-BEF8E8E8A1FC}"/>
              </a:ext>
            </a:extLst>
          </p:cNvPr>
          <p:cNvCxnSpPr>
            <a:cxnSpLocks/>
            <a:stCxn id="30" idx="3"/>
            <a:endCxn id="32" idx="1"/>
          </p:cNvCxnSpPr>
          <p:nvPr/>
        </p:nvCxnSpPr>
        <p:spPr>
          <a:xfrm>
            <a:off x="5786570" y="1752543"/>
            <a:ext cx="499455" cy="9605"/>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2D3BA7D0-406D-B80E-E392-38CF3106CF73}"/>
              </a:ext>
            </a:extLst>
          </p:cNvPr>
          <p:cNvCxnSpPr>
            <a:cxnSpLocks/>
          </p:cNvCxnSpPr>
          <p:nvPr/>
        </p:nvCxnSpPr>
        <p:spPr>
          <a:xfrm>
            <a:off x="3376972" y="3627675"/>
            <a:ext cx="24876" cy="2101702"/>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9AA7FC1D-11BE-2FEF-E339-A1CBF02BD462}"/>
              </a:ext>
            </a:extLst>
          </p:cNvPr>
          <p:cNvCxnSpPr>
            <a:cxnSpLocks/>
            <a:endCxn id="42" idx="1"/>
          </p:cNvCxnSpPr>
          <p:nvPr/>
        </p:nvCxnSpPr>
        <p:spPr>
          <a:xfrm>
            <a:off x="5756901" y="4329787"/>
            <a:ext cx="413706" cy="0"/>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91C1361E-B14C-9696-F14B-2715908602C4}"/>
              </a:ext>
            </a:extLst>
          </p:cNvPr>
          <p:cNvCxnSpPr>
            <a:cxnSpLocks/>
            <a:endCxn id="43" idx="0"/>
          </p:cNvCxnSpPr>
          <p:nvPr/>
        </p:nvCxnSpPr>
        <p:spPr>
          <a:xfrm>
            <a:off x="6792386" y="4832785"/>
            <a:ext cx="1" cy="190501"/>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grpSp>
        <p:nvGrpSpPr>
          <p:cNvPr id="29" name="Group 28">
            <a:extLst>
              <a:ext uri="{FF2B5EF4-FFF2-40B4-BE49-F238E27FC236}">
                <a16:creationId xmlns:a16="http://schemas.microsoft.com/office/drawing/2014/main" id="{7BD55A54-C6A8-54C2-4670-43E1273CD076}"/>
              </a:ext>
            </a:extLst>
          </p:cNvPr>
          <p:cNvGrpSpPr/>
          <p:nvPr/>
        </p:nvGrpSpPr>
        <p:grpSpPr>
          <a:xfrm>
            <a:off x="1143002" y="1754416"/>
            <a:ext cx="7848594" cy="1486380"/>
            <a:chOff x="3505200" y="2062088"/>
            <a:chExt cx="3962400" cy="1062112"/>
          </a:xfrm>
        </p:grpSpPr>
        <p:cxnSp>
          <p:nvCxnSpPr>
            <p:cNvPr id="31" name="Straight Arrow Connector 30">
              <a:extLst>
                <a:ext uri="{FF2B5EF4-FFF2-40B4-BE49-F238E27FC236}">
                  <a16:creationId xmlns:a16="http://schemas.microsoft.com/office/drawing/2014/main" id="{7AC6EFB9-5583-343D-C21E-BEA80DF8033C}"/>
                </a:ext>
              </a:extLst>
            </p:cNvPr>
            <p:cNvCxnSpPr>
              <a:cxnSpLocks/>
            </p:cNvCxnSpPr>
            <p:nvPr/>
          </p:nvCxnSpPr>
          <p:spPr>
            <a:xfrm>
              <a:off x="3505200" y="3124200"/>
              <a:ext cx="381000"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0E45824-FD7B-005D-8FCF-136A5E133B6E}"/>
                </a:ext>
              </a:extLst>
            </p:cNvPr>
            <p:cNvCxnSpPr/>
            <p:nvPr/>
          </p:nvCxnSpPr>
          <p:spPr>
            <a:xfrm flipV="1">
              <a:off x="3505200" y="2590800"/>
              <a:ext cx="0" cy="53340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92CFF55-04E3-62D7-EF95-A693877C70A3}"/>
                </a:ext>
              </a:extLst>
            </p:cNvPr>
            <p:cNvCxnSpPr/>
            <p:nvPr/>
          </p:nvCxnSpPr>
          <p:spPr>
            <a:xfrm>
              <a:off x="3505200" y="2590800"/>
              <a:ext cx="39624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708243F-37BF-FA9B-9DB8-E5C61CD98F31}"/>
                </a:ext>
              </a:extLst>
            </p:cNvPr>
            <p:cNvCxnSpPr/>
            <p:nvPr/>
          </p:nvCxnSpPr>
          <p:spPr>
            <a:xfrm flipV="1">
              <a:off x="7467600" y="2062088"/>
              <a:ext cx="0" cy="528712"/>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F3AD9AA-22C4-11B2-347F-3E0B913C2FC5}"/>
                </a:ext>
              </a:extLst>
            </p:cNvPr>
            <p:cNvCxnSpPr>
              <a:cxnSpLocks/>
            </p:cNvCxnSpPr>
            <p:nvPr/>
          </p:nvCxnSpPr>
          <p:spPr>
            <a:xfrm flipH="1">
              <a:off x="7087525" y="2062088"/>
              <a:ext cx="380075"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Straight Arrow Connector 54">
            <a:extLst>
              <a:ext uri="{FF2B5EF4-FFF2-40B4-BE49-F238E27FC236}">
                <a16:creationId xmlns:a16="http://schemas.microsoft.com/office/drawing/2014/main" id="{5C2E6981-9DBC-80AD-35BF-B4881B7843C1}"/>
              </a:ext>
            </a:extLst>
          </p:cNvPr>
          <p:cNvCxnSpPr>
            <a:cxnSpLocks/>
            <a:stCxn id="28" idx="3"/>
            <a:endCxn id="30" idx="1"/>
          </p:cNvCxnSpPr>
          <p:nvPr/>
        </p:nvCxnSpPr>
        <p:spPr>
          <a:xfrm flipV="1">
            <a:off x="3629663" y="1752543"/>
            <a:ext cx="376693" cy="1344"/>
          </a:xfrm>
          <a:prstGeom prst="straightConnector1">
            <a:avLst/>
          </a:prstGeom>
          <a:ln w="15875">
            <a:tailEnd type="triangle"/>
          </a:ln>
        </p:spPr>
        <p:style>
          <a:lnRef idx="1">
            <a:schemeClr val="dk1"/>
          </a:lnRef>
          <a:fillRef idx="0">
            <a:schemeClr val="dk1"/>
          </a:fillRef>
          <a:effectRef idx="0">
            <a:schemeClr val="dk1"/>
          </a:effectRef>
          <a:fontRef idx="minor">
            <a:schemeClr val="tx1"/>
          </a:fontRef>
        </p:style>
      </p:cxnSp>
      <p:sp>
        <p:nvSpPr>
          <p:cNvPr id="62" name="Oval 61">
            <a:extLst>
              <a:ext uri="{FF2B5EF4-FFF2-40B4-BE49-F238E27FC236}">
                <a16:creationId xmlns:a16="http://schemas.microsoft.com/office/drawing/2014/main" id="{9D819869-2626-5F6C-1917-5969AD01C65C}"/>
              </a:ext>
            </a:extLst>
          </p:cNvPr>
          <p:cNvSpPr/>
          <p:nvPr/>
        </p:nvSpPr>
        <p:spPr bwMode="auto">
          <a:xfrm>
            <a:off x="6868844" y="5888310"/>
            <a:ext cx="783686"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YES</a:t>
            </a:r>
          </a:p>
        </p:txBody>
      </p:sp>
      <p:sp>
        <p:nvSpPr>
          <p:cNvPr id="63" name="Oval 62">
            <a:extLst>
              <a:ext uri="{FF2B5EF4-FFF2-40B4-BE49-F238E27FC236}">
                <a16:creationId xmlns:a16="http://schemas.microsoft.com/office/drawing/2014/main" id="{A8705A08-5D26-94F6-2A79-2E94F576E265}"/>
              </a:ext>
            </a:extLst>
          </p:cNvPr>
          <p:cNvSpPr/>
          <p:nvPr/>
        </p:nvSpPr>
        <p:spPr bwMode="auto">
          <a:xfrm>
            <a:off x="3273616" y="4683237"/>
            <a:ext cx="783686"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NO</a:t>
            </a:r>
          </a:p>
        </p:txBody>
      </p:sp>
      <p:sp>
        <p:nvSpPr>
          <p:cNvPr id="65" name="Oval 64">
            <a:extLst>
              <a:ext uri="{FF2B5EF4-FFF2-40B4-BE49-F238E27FC236}">
                <a16:creationId xmlns:a16="http://schemas.microsoft.com/office/drawing/2014/main" id="{2C4F4DB3-165E-7E2C-85BF-EA0B59C9B212}"/>
              </a:ext>
            </a:extLst>
          </p:cNvPr>
          <p:cNvSpPr/>
          <p:nvPr/>
        </p:nvSpPr>
        <p:spPr bwMode="auto">
          <a:xfrm>
            <a:off x="7827872" y="4667022"/>
            <a:ext cx="783686"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NO</a:t>
            </a:r>
          </a:p>
        </p:txBody>
      </p:sp>
      <p:sp>
        <p:nvSpPr>
          <p:cNvPr id="7" name="TextBox 6">
            <a:extLst>
              <a:ext uri="{FF2B5EF4-FFF2-40B4-BE49-F238E27FC236}">
                <a16:creationId xmlns:a16="http://schemas.microsoft.com/office/drawing/2014/main" id="{CEC6970C-2652-138A-EE7C-C062F4A92EB8}"/>
              </a:ext>
            </a:extLst>
          </p:cNvPr>
          <p:cNvSpPr txBox="1"/>
          <p:nvPr/>
        </p:nvSpPr>
        <p:spPr>
          <a:xfrm>
            <a:off x="159440" y="599734"/>
            <a:ext cx="4488760" cy="369332"/>
          </a:xfrm>
          <a:prstGeom prst="rect">
            <a:avLst/>
          </a:prstGeom>
          <a:noFill/>
        </p:spPr>
        <p:txBody>
          <a:bodyPr wrap="square">
            <a:spAutoFit/>
          </a:bodyPr>
          <a:lstStyle/>
          <a:p>
            <a:pPr algn="l">
              <a:spcBef>
                <a:spcPct val="50000"/>
              </a:spcBef>
            </a:pPr>
            <a:r>
              <a:rPr lang="en-US" sz="1800" b="1" dirty="0">
                <a:solidFill>
                  <a:srgbClr val="000000"/>
                </a:solidFill>
              </a:rPr>
              <a:t>DETAILED PROCESS FLOW CHART </a:t>
            </a:r>
          </a:p>
        </p:txBody>
      </p:sp>
    </p:spTree>
    <p:extLst>
      <p:ext uri="{BB962C8B-B14F-4D97-AF65-F5344CB8AC3E}">
        <p14:creationId xmlns:p14="http://schemas.microsoft.com/office/powerpoint/2010/main" val="3754978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1699">
            <a:extLst>
              <a:ext uri="{FF2B5EF4-FFF2-40B4-BE49-F238E27FC236}">
                <a16:creationId xmlns:a16="http://schemas.microsoft.com/office/drawing/2014/main" id="{88739AB9-0F6F-1A97-515F-664E65056D42}"/>
              </a:ext>
            </a:extLst>
          </p:cNvPr>
          <p:cNvGraphicFramePr>
            <a:graphicFrameLocks noGrp="1"/>
          </p:cNvGraphicFramePr>
          <p:nvPr>
            <p:extLst>
              <p:ext uri="{D42A27DB-BD31-4B8C-83A1-F6EECF244321}">
                <p14:modId xmlns:p14="http://schemas.microsoft.com/office/powerpoint/2010/main" val="1846917814"/>
              </p:ext>
            </p:extLst>
          </p:nvPr>
        </p:nvGraphicFramePr>
        <p:xfrm>
          <a:off x="1993670" y="2129638"/>
          <a:ext cx="1341958" cy="1210028"/>
        </p:xfrm>
        <a:graphic>
          <a:graphicData uri="http://schemas.openxmlformats.org/drawingml/2006/table">
            <a:tbl>
              <a:tblPr/>
              <a:tblGrid>
                <a:gridCol w="226766">
                  <a:extLst>
                    <a:ext uri="{9D8B030D-6E8A-4147-A177-3AD203B41FA5}">
                      <a16:colId xmlns:a16="http://schemas.microsoft.com/office/drawing/2014/main" val="20000"/>
                    </a:ext>
                  </a:extLst>
                </a:gridCol>
                <a:gridCol w="1115192">
                  <a:extLst>
                    <a:ext uri="{9D8B030D-6E8A-4147-A177-3AD203B41FA5}">
                      <a16:colId xmlns:a16="http://schemas.microsoft.com/office/drawing/2014/main" val="20001"/>
                    </a:ext>
                  </a:extLst>
                </a:gridCol>
              </a:tblGrid>
              <a:tr h="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1" i="0" u="sng" strike="noStrike" cap="none" normalizeH="0" baseline="0" dirty="0">
                          <a:ln>
                            <a:noFill/>
                          </a:ln>
                          <a:solidFill>
                            <a:schemeClr val="tx2"/>
                          </a:solidFill>
                          <a:effectLst/>
                          <a:latin typeface="Arial" charset="0"/>
                          <a:hlinkClick r:id="rId2" action="ppaction://hlinksldjump">
                            <a:extLst>
                              <a:ext uri="{A12FA001-AC4F-418D-AE19-62706E023703}">
                                <ahyp:hlinkClr xmlns:ahyp="http://schemas.microsoft.com/office/drawing/2018/hyperlinkcolor" val="tx"/>
                              </a:ext>
                            </a:extLst>
                          </a:hlinkClick>
                        </a:rPr>
                        <a:t>10</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15" marB="2741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86223">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noProof="0" dirty="0">
                          <a:ln>
                            <a:noFill/>
                          </a:ln>
                          <a:solidFill>
                            <a:schemeClr val="tx1"/>
                          </a:solidFill>
                          <a:effectLst/>
                          <a:latin typeface="Arial" charset="0"/>
                        </a:rPr>
                        <a:t>Prepare</a:t>
                      </a:r>
                      <a:r>
                        <a:rPr kumimoji="0" lang="tr-TR" sz="900" b="0" i="0" u="none" strike="noStrike" cap="none" normalizeH="0" baseline="0" noProof="0" dirty="0">
                          <a:ln>
                            <a:noFill/>
                          </a:ln>
                          <a:solidFill>
                            <a:schemeClr val="tx1"/>
                          </a:solidFill>
                          <a:effectLst/>
                          <a:latin typeface="Arial" charset="0"/>
                        </a:rPr>
                        <a:t> ME</a:t>
                      </a:r>
                      <a:r>
                        <a:rPr kumimoji="0" lang="en-US" sz="900" b="0" i="0" u="none" strike="noStrike" cap="none" normalizeH="0" baseline="0" noProof="0" dirty="0">
                          <a:ln>
                            <a:noFill/>
                          </a:ln>
                          <a:solidFill>
                            <a:schemeClr val="tx1"/>
                          </a:solidFill>
                          <a:effectLst/>
                          <a:latin typeface="Arial" charset="0"/>
                        </a:rPr>
                        <a:t> internal documents (ECL or equivalent) and d</a:t>
                      </a:r>
                      <a:r>
                        <a:rPr kumimoji="0" lang="en-US" sz="900" b="0" i="0" u="none" strike="noStrike" cap="none" normalizeH="0" baseline="0" dirty="0" err="1">
                          <a:ln>
                            <a:noFill/>
                          </a:ln>
                          <a:solidFill>
                            <a:schemeClr val="tx1"/>
                          </a:solidFill>
                          <a:effectLst/>
                          <a:latin typeface="Arial" charset="0"/>
                        </a:rPr>
                        <a:t>efine</a:t>
                      </a:r>
                      <a:r>
                        <a:rPr kumimoji="0" lang="en-US" sz="900" b="0" i="0" u="none" strike="noStrike" cap="none" normalizeH="0" baseline="0" dirty="0">
                          <a:ln>
                            <a:noFill/>
                          </a:ln>
                          <a:solidFill>
                            <a:schemeClr val="tx1"/>
                          </a:solidFill>
                          <a:effectLst/>
                          <a:latin typeface="Arial" charset="0"/>
                        </a:rPr>
                        <a:t> Engineering Change Implementation Planning.</a:t>
                      </a:r>
                      <a:endParaRPr kumimoji="0" lang="en-US" sz="900" b="0" i="0" u="none" strike="noStrike" cap="none" normalizeH="0" baseline="0" noProof="0" dirty="0">
                        <a:ln>
                          <a:noFill/>
                        </a:ln>
                        <a:solidFill>
                          <a:schemeClr val="tx1"/>
                        </a:solidFill>
                        <a:effectLst/>
                        <a:latin typeface="Arial" charset="0"/>
                      </a:endParaRPr>
                    </a:p>
                  </a:txBody>
                  <a:tcPr marL="45720" marR="45720" marT="45691" marB="4569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2860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Project team, C,</a:t>
                      </a:r>
                      <a:r>
                        <a:rPr kumimoji="0" lang="tr-TR" sz="900" b="0" i="1" u="none" strike="noStrike" cap="none" normalizeH="0" baseline="0" dirty="0">
                          <a:ln>
                            <a:noFill/>
                          </a:ln>
                          <a:solidFill>
                            <a:srgbClr val="000000"/>
                          </a:solidFill>
                          <a:effectLst/>
                          <a:latin typeface="Arial" charset="0"/>
                        </a:rPr>
                        <a:t> H</a:t>
                      </a:r>
                      <a:r>
                        <a:rPr kumimoji="0" lang="tr-TR" sz="900" b="0" i="1" u="none" strike="noStrike" cap="none" normalizeH="0" baseline="0" dirty="0">
                          <a:ln>
                            <a:noFill/>
                          </a:ln>
                          <a:solidFill>
                            <a:schemeClr val="tx1"/>
                          </a:solidFill>
                          <a:effectLst/>
                          <a:latin typeface="Arial" charset="0"/>
                        </a:rPr>
                        <a:t>, J</a:t>
                      </a:r>
                      <a:endParaRPr kumimoji="0" lang="pt-PT" sz="900" b="0" i="0" u="none" strike="noStrike" cap="none" normalizeH="0" baseline="0" dirty="0">
                        <a:ln>
                          <a:noFill/>
                        </a:ln>
                        <a:solidFill>
                          <a:schemeClr val="tx1"/>
                        </a:solidFill>
                        <a:effectLst/>
                        <a:latin typeface="Arial" charset="0"/>
                      </a:endParaRPr>
                    </a:p>
                  </a:txBody>
                  <a:tcPr marL="45720" marR="45720" marT="27415" marB="2741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4" name="Group 1608">
            <a:extLst>
              <a:ext uri="{FF2B5EF4-FFF2-40B4-BE49-F238E27FC236}">
                <a16:creationId xmlns:a16="http://schemas.microsoft.com/office/drawing/2014/main" id="{A0D081E0-68E5-E88E-08E0-D7E5B5161355}"/>
              </a:ext>
            </a:extLst>
          </p:cNvPr>
          <p:cNvGraphicFramePr>
            <a:graphicFrameLocks noGrp="1"/>
          </p:cNvGraphicFramePr>
          <p:nvPr>
            <p:extLst>
              <p:ext uri="{D42A27DB-BD31-4B8C-83A1-F6EECF244321}">
                <p14:modId xmlns:p14="http://schemas.microsoft.com/office/powerpoint/2010/main" val="3854488575"/>
              </p:ext>
            </p:extLst>
          </p:nvPr>
        </p:nvGraphicFramePr>
        <p:xfrm>
          <a:off x="251499" y="3833616"/>
          <a:ext cx="1180658" cy="1282105"/>
        </p:xfrm>
        <a:graphic>
          <a:graphicData uri="http://schemas.openxmlformats.org/drawingml/2006/table">
            <a:tbl>
              <a:tblPr/>
              <a:tblGrid>
                <a:gridCol w="262946">
                  <a:extLst>
                    <a:ext uri="{9D8B030D-6E8A-4147-A177-3AD203B41FA5}">
                      <a16:colId xmlns:a16="http://schemas.microsoft.com/office/drawing/2014/main" val="20000"/>
                    </a:ext>
                  </a:extLst>
                </a:gridCol>
                <a:gridCol w="917712">
                  <a:extLst>
                    <a:ext uri="{9D8B030D-6E8A-4147-A177-3AD203B41FA5}">
                      <a16:colId xmlns:a16="http://schemas.microsoft.com/office/drawing/2014/main" val="20001"/>
                    </a:ext>
                  </a:extLst>
                </a:gridCol>
              </a:tblGrid>
              <a:tr h="215098">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tr-TR" sz="900" b="1" i="0" u="none" strike="noStrike" cap="none" normalizeH="0" baseline="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1</a:t>
                      </a:r>
                      <a:r>
                        <a:rPr kumimoji="0" lang="en-US" sz="900" b="1" i="0" u="none" strike="noStrike" cap="none" normalizeH="0" baseline="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2</a:t>
                      </a:r>
                      <a:r>
                        <a:rPr kumimoji="0" lang="tr-TR" sz="900" b="0" i="0" u="none" strike="noStrike" cap="none" normalizeH="0" baseline="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 </a:t>
                      </a:r>
                      <a:endParaRPr kumimoji="0" lang="en-US" sz="900" b="0" i="0" u="none"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42" marB="2744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82524">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Make a periodic follow-up of the Engineering Change Implementation Plan</a:t>
                      </a:r>
                    </a:p>
                  </a:txBody>
                  <a:tcPr marL="45720" marR="45720" marT="45737" marB="45737"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84483">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Project team, C</a:t>
                      </a:r>
                      <a:r>
                        <a:rPr kumimoji="0" lang="tr-TR" sz="900" b="0" i="1" u="none" strike="noStrike" cap="none" normalizeH="0" baseline="0" dirty="0">
                          <a:ln>
                            <a:noFill/>
                          </a:ln>
                          <a:solidFill>
                            <a:srgbClr val="000000"/>
                          </a:solidFill>
                          <a:effectLst/>
                          <a:latin typeface="Arial" charset="0"/>
                        </a:rPr>
                        <a:t>, F, H</a:t>
                      </a:r>
                      <a:endParaRPr kumimoji="0" lang="pt-PT" sz="900" b="0" i="1" u="none" strike="noStrike" cap="none" normalizeH="0" baseline="0" dirty="0">
                        <a:ln>
                          <a:noFill/>
                        </a:ln>
                        <a:solidFill>
                          <a:srgbClr val="000000"/>
                        </a:solidFill>
                        <a:effectLst/>
                        <a:latin typeface="Arial" charset="0"/>
                      </a:endParaRPr>
                    </a:p>
                  </a:txBody>
                  <a:tcPr marL="45720" marR="45720" marT="27442" marB="2744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5" name="Group 1701">
            <a:extLst>
              <a:ext uri="{FF2B5EF4-FFF2-40B4-BE49-F238E27FC236}">
                <a16:creationId xmlns:a16="http://schemas.microsoft.com/office/drawing/2014/main" id="{6B69DC71-21BF-843C-D090-3E4B7E4E1865}"/>
              </a:ext>
            </a:extLst>
          </p:cNvPr>
          <p:cNvGraphicFramePr>
            <a:graphicFrameLocks noGrp="1"/>
          </p:cNvGraphicFramePr>
          <p:nvPr>
            <p:extLst>
              <p:ext uri="{D42A27DB-BD31-4B8C-83A1-F6EECF244321}">
                <p14:modId xmlns:p14="http://schemas.microsoft.com/office/powerpoint/2010/main" val="3729424980"/>
              </p:ext>
            </p:extLst>
          </p:nvPr>
        </p:nvGraphicFramePr>
        <p:xfrm>
          <a:off x="3491132" y="4073948"/>
          <a:ext cx="1152066" cy="797307"/>
        </p:xfrm>
        <a:graphic>
          <a:graphicData uri="http://schemas.openxmlformats.org/drawingml/2006/table">
            <a:tbl>
              <a:tblPr/>
              <a:tblGrid>
                <a:gridCol w="194678">
                  <a:extLst>
                    <a:ext uri="{9D8B030D-6E8A-4147-A177-3AD203B41FA5}">
                      <a16:colId xmlns:a16="http://schemas.microsoft.com/office/drawing/2014/main" val="20000"/>
                    </a:ext>
                  </a:extLst>
                </a:gridCol>
                <a:gridCol w="957388">
                  <a:extLst>
                    <a:ext uri="{9D8B030D-6E8A-4147-A177-3AD203B41FA5}">
                      <a16:colId xmlns:a16="http://schemas.microsoft.com/office/drawing/2014/main" val="20001"/>
                    </a:ext>
                  </a:extLst>
                </a:gridCol>
              </a:tblGrid>
              <a:tr h="284348">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14</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Manufacturing, ME (CIL)</a:t>
                      </a:r>
                      <a:endParaRPr kumimoji="0" lang="en-US" sz="900" b="1" i="0" u="none" strike="noStrike" cap="none" normalizeH="0" baseline="0" dirty="0">
                        <a:ln>
                          <a:noFill/>
                        </a:ln>
                        <a:solidFill>
                          <a:schemeClr val="tx2"/>
                        </a:solidFill>
                        <a:effectLst/>
                        <a:latin typeface="Arial" charset="0"/>
                      </a:endParaRPr>
                    </a:p>
                  </a:txBody>
                  <a:tcPr marL="45720" marR="0" marT="27372" marB="2737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9717">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Implement Change / Produce 1st part</a:t>
                      </a:r>
                    </a:p>
                  </a:txBody>
                  <a:tcPr marL="45720" marR="45720" marT="45618" marB="45618"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8704">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Project team</a:t>
                      </a:r>
                    </a:p>
                  </a:txBody>
                  <a:tcPr marL="45720" marR="45720" marT="27372" marB="2737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6" name="Group 1630">
            <a:extLst>
              <a:ext uri="{FF2B5EF4-FFF2-40B4-BE49-F238E27FC236}">
                <a16:creationId xmlns:a16="http://schemas.microsoft.com/office/drawing/2014/main" id="{E25CD1F9-D025-EE86-17B1-30D033A6B72B}"/>
              </a:ext>
            </a:extLst>
          </p:cNvPr>
          <p:cNvGraphicFramePr>
            <a:graphicFrameLocks noGrp="1"/>
          </p:cNvGraphicFramePr>
          <p:nvPr>
            <p:extLst>
              <p:ext uri="{D42A27DB-BD31-4B8C-83A1-F6EECF244321}">
                <p14:modId xmlns:p14="http://schemas.microsoft.com/office/powerpoint/2010/main" val="1126410614"/>
              </p:ext>
            </p:extLst>
          </p:nvPr>
        </p:nvGraphicFramePr>
        <p:xfrm>
          <a:off x="5371607" y="4070505"/>
          <a:ext cx="1366062" cy="1174407"/>
        </p:xfrm>
        <a:graphic>
          <a:graphicData uri="http://schemas.openxmlformats.org/drawingml/2006/table">
            <a:tbl>
              <a:tblPr/>
              <a:tblGrid>
                <a:gridCol w="230839">
                  <a:extLst>
                    <a:ext uri="{9D8B030D-6E8A-4147-A177-3AD203B41FA5}">
                      <a16:colId xmlns:a16="http://schemas.microsoft.com/office/drawing/2014/main" val="20000"/>
                    </a:ext>
                  </a:extLst>
                </a:gridCol>
                <a:gridCol w="1135223">
                  <a:extLst>
                    <a:ext uri="{9D8B030D-6E8A-4147-A177-3AD203B41FA5}">
                      <a16:colId xmlns:a16="http://schemas.microsoft.com/office/drawing/2014/main" val="20001"/>
                    </a:ext>
                  </a:extLst>
                </a:gridCol>
              </a:tblGrid>
              <a:tr h="284464">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rPr>
                        <a:t>15</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rgbClr val="000000"/>
                          </a:solidFill>
                          <a:effectLst/>
                          <a:latin typeface="Arial" charset="0"/>
                        </a:rPr>
                        <a:t>Customer Satisfaction</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6729">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rgbClr val="000000"/>
                          </a:solidFill>
                          <a:effectLst/>
                          <a:latin typeface="Arial" charset="0"/>
                        </a:rPr>
                        <a:t>After 1</a:t>
                      </a:r>
                      <a:r>
                        <a:rPr kumimoji="0" lang="en-US" sz="900" b="0" i="0" u="none" strike="noStrike" cap="none" normalizeH="0" baseline="30000" dirty="0">
                          <a:ln>
                            <a:noFill/>
                          </a:ln>
                          <a:solidFill>
                            <a:srgbClr val="000000"/>
                          </a:solidFill>
                          <a:effectLst/>
                          <a:latin typeface="Arial" charset="0"/>
                        </a:rPr>
                        <a:t>st</a:t>
                      </a:r>
                      <a:r>
                        <a:rPr kumimoji="0" lang="en-US" sz="900" b="0" i="0" u="none" strike="noStrike" cap="none" normalizeH="0" baseline="0" dirty="0">
                          <a:ln>
                            <a:noFill/>
                          </a:ln>
                          <a:solidFill>
                            <a:srgbClr val="000000"/>
                          </a:solidFill>
                          <a:effectLst/>
                          <a:latin typeface="Arial" charset="0"/>
                        </a:rPr>
                        <a:t> part is checked,</a:t>
                      </a:r>
                    </a:p>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dirty="0">
                          <a:ln>
                            <a:noFill/>
                          </a:ln>
                          <a:solidFill>
                            <a:srgbClr val="000000"/>
                          </a:solidFill>
                          <a:effectLst/>
                          <a:latin typeface="Arial" charset="0"/>
                        </a:rPr>
                        <a:t>perform system/ process release</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882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Project team</a:t>
                      </a:r>
                      <a:r>
                        <a:rPr kumimoji="0" lang="pt-PT" sz="900" b="0" i="1" u="none" strike="noStrike" cap="none" normalizeH="0" baseline="0" dirty="0">
                          <a:ln>
                            <a:noFill/>
                          </a:ln>
                          <a:solidFill>
                            <a:srgbClr val="00B050"/>
                          </a:solidFill>
                          <a:effectLst/>
                          <a:latin typeface="Arial" charset="0"/>
                        </a:rPr>
                        <a:t> </a:t>
                      </a:r>
                      <a:endParaRPr kumimoji="0" lang="pt-PT" sz="900" b="0" i="1" u="none" strike="noStrike" cap="none" normalizeH="0" baseline="0" dirty="0">
                        <a:ln>
                          <a:noFill/>
                        </a:ln>
                        <a:solidFill>
                          <a:srgbClr val="FF0000"/>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7" name="Group 1696">
            <a:extLst>
              <a:ext uri="{FF2B5EF4-FFF2-40B4-BE49-F238E27FC236}">
                <a16:creationId xmlns:a16="http://schemas.microsoft.com/office/drawing/2014/main" id="{B9871400-5020-CDD6-0127-63D4DE0E05E4}"/>
              </a:ext>
            </a:extLst>
          </p:cNvPr>
          <p:cNvGraphicFramePr>
            <a:graphicFrameLocks noGrp="1"/>
          </p:cNvGraphicFramePr>
          <p:nvPr>
            <p:extLst>
              <p:ext uri="{D42A27DB-BD31-4B8C-83A1-F6EECF244321}">
                <p14:modId xmlns:p14="http://schemas.microsoft.com/office/powerpoint/2010/main" val="3053525549"/>
              </p:ext>
            </p:extLst>
          </p:nvPr>
        </p:nvGraphicFramePr>
        <p:xfrm>
          <a:off x="721941" y="809311"/>
          <a:ext cx="1295741" cy="856673"/>
        </p:xfrm>
        <a:graphic>
          <a:graphicData uri="http://schemas.openxmlformats.org/drawingml/2006/table">
            <a:tbl>
              <a:tblPr/>
              <a:tblGrid>
                <a:gridCol w="218956">
                  <a:extLst>
                    <a:ext uri="{9D8B030D-6E8A-4147-A177-3AD203B41FA5}">
                      <a16:colId xmlns:a16="http://schemas.microsoft.com/office/drawing/2014/main" val="20000"/>
                    </a:ext>
                  </a:extLst>
                </a:gridCol>
                <a:gridCol w="1076785">
                  <a:extLst>
                    <a:ext uri="{9D8B030D-6E8A-4147-A177-3AD203B41FA5}">
                      <a16:colId xmlns:a16="http://schemas.microsoft.com/office/drawing/2014/main" val="20001"/>
                    </a:ext>
                  </a:extLst>
                </a:gridCol>
              </a:tblGrid>
              <a:tr h="256545">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hlinkClick r:id="rId4" action="ppaction://hlinksldjump">
                            <a:extLst>
                              <a:ext uri="{A12FA001-AC4F-418D-AE19-62706E023703}">
                                <ahyp:hlinkClr xmlns:ahyp="http://schemas.microsoft.com/office/drawing/2018/hyperlinkcolor" val="tx"/>
                              </a:ext>
                            </a:extLst>
                          </a:hlinkClick>
                        </a:rPr>
                        <a:t>5</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 )</a:t>
                      </a:r>
                    </a:p>
                  </a:txBody>
                  <a:tcPr marL="45720" marR="0" marT="27447" marB="27447"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92383">
                <a:tc gridSpan="2">
                  <a:txBody>
                    <a:body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Send information</a:t>
                      </a:r>
                      <a:endParaRPr kumimoji="0" lang="en-US" sz="900" b="0" i="0" u="none" strike="sngStrike" cap="none" normalizeH="0" baseline="0" dirty="0">
                        <a:ln>
                          <a:noFill/>
                        </a:ln>
                        <a:solidFill>
                          <a:schemeClr val="tx1"/>
                        </a:solidFill>
                        <a:effectLst/>
                        <a:latin typeface="Arial" charset="0"/>
                      </a:endParaRPr>
                    </a:p>
                  </a:txBody>
                  <a:tcPr marL="45720" marR="45720" marT="45745" marB="45745"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7745">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tr-TR" sz="900" b="0" i="1" u="none" strike="noStrike" cap="none" normalizeH="0" baseline="0" dirty="0">
                          <a:ln>
                            <a:noFill/>
                          </a:ln>
                          <a:solidFill>
                            <a:schemeClr val="tx1"/>
                          </a:solidFill>
                          <a:effectLst/>
                          <a:latin typeface="Arial" charset="0"/>
                        </a:rPr>
                        <a:t>CO,CL</a:t>
                      </a:r>
                      <a:r>
                        <a:rPr kumimoji="0" lang="en-US" sz="900" b="0" i="1" u="none" strike="noStrike" cap="none" normalizeH="0" baseline="0" dirty="0">
                          <a:ln>
                            <a:noFill/>
                          </a:ln>
                          <a:solidFill>
                            <a:schemeClr val="tx1"/>
                          </a:solidFill>
                          <a:effectLst/>
                          <a:latin typeface="Arial" charset="0"/>
                        </a:rPr>
                        <a:t>, </a:t>
                      </a:r>
                      <a:r>
                        <a:rPr kumimoji="0" lang="pt-PT" sz="900" b="0" i="1" u="none" strike="noStrike" cap="none" normalizeH="0" baseline="0" dirty="0">
                          <a:ln>
                            <a:noFill/>
                          </a:ln>
                          <a:solidFill>
                            <a:schemeClr val="tx1"/>
                          </a:solidFill>
                          <a:effectLst/>
                          <a:latin typeface="Arial" charset="0"/>
                        </a:rPr>
                        <a:t>A, E, B, D</a:t>
                      </a:r>
                      <a:endParaRPr kumimoji="0" lang="pt-PT" sz="900" b="0" i="1" u="none" strike="noStrike" cap="none" normalizeH="0" baseline="0" dirty="0">
                        <a:ln>
                          <a:noFill/>
                        </a:ln>
                        <a:solidFill>
                          <a:srgbClr val="FF0000"/>
                        </a:solidFill>
                        <a:effectLst/>
                        <a:latin typeface="Arial" charset="0"/>
                      </a:endParaRPr>
                    </a:p>
                  </a:txBody>
                  <a:tcPr marL="45720" marR="45720" marT="27447" marB="27447"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8" name="AutoShape 1573">
            <a:extLst>
              <a:ext uri="{FF2B5EF4-FFF2-40B4-BE49-F238E27FC236}">
                <a16:creationId xmlns:a16="http://schemas.microsoft.com/office/drawing/2014/main" id="{7EF3808C-8EDC-F9E9-C834-F5ABF51F0139}"/>
              </a:ext>
            </a:extLst>
          </p:cNvPr>
          <p:cNvSpPr>
            <a:spLocks noChangeArrowheads="1"/>
          </p:cNvSpPr>
          <p:nvPr/>
        </p:nvSpPr>
        <p:spPr bwMode="auto">
          <a:xfrm>
            <a:off x="2311281" y="831407"/>
            <a:ext cx="1088062" cy="825371"/>
          </a:xfrm>
          <a:prstGeom prst="flowChartDecision">
            <a:avLst/>
          </a:prstGeom>
          <a:solidFill>
            <a:srgbClr val="FFFFCC"/>
          </a:solidFill>
          <a:ln w="12700">
            <a:solidFill>
              <a:schemeClr val="tx1"/>
            </a:solidFill>
            <a:miter lim="800000"/>
            <a:headEnd/>
            <a:tailEnd/>
          </a:ln>
        </p:spPr>
        <p:txBody>
          <a:bodyPr wrap="square" lIns="0" tIns="0" rIns="0" bIns="0" anchor="ctr">
            <a:spAutoFit/>
          </a:bodyPr>
          <a:lstStyle/>
          <a:p>
            <a:pPr algn="ctr"/>
            <a:r>
              <a:rPr lang="en-US" sz="900" dirty="0"/>
              <a:t>Does Customer agree?</a:t>
            </a:r>
          </a:p>
        </p:txBody>
      </p:sp>
      <p:sp>
        <p:nvSpPr>
          <p:cNvPr id="9" name="AutoShape 1580">
            <a:extLst>
              <a:ext uri="{FF2B5EF4-FFF2-40B4-BE49-F238E27FC236}">
                <a16:creationId xmlns:a16="http://schemas.microsoft.com/office/drawing/2014/main" id="{EC79C86C-20EA-7E21-8F8C-EE99FAA0BCBC}"/>
              </a:ext>
            </a:extLst>
          </p:cNvPr>
          <p:cNvSpPr>
            <a:spLocks noChangeArrowheads="1"/>
          </p:cNvSpPr>
          <p:nvPr/>
        </p:nvSpPr>
        <p:spPr bwMode="auto">
          <a:xfrm>
            <a:off x="3345713" y="502891"/>
            <a:ext cx="436553" cy="327621"/>
          </a:xfrm>
          <a:prstGeom prst="flowChartConnector">
            <a:avLst/>
          </a:prstGeom>
          <a:solidFill>
            <a:schemeClr val="bg1"/>
          </a:solidFill>
          <a:ln w="12700">
            <a:solidFill>
              <a:schemeClr val="tx1"/>
            </a:solidFill>
            <a:round/>
            <a:headEnd/>
            <a:tailEnd/>
          </a:ln>
        </p:spPr>
        <p:txBody>
          <a:bodyPr wrap="none" lIns="91434" tIns="45717" rIns="91434" bIns="45717" anchor="ctr"/>
          <a:lstStyle/>
          <a:p>
            <a:pPr algn="ctr"/>
            <a:r>
              <a:rPr lang="en-US" sz="1200" b="1" i="1" u="sng" dirty="0">
                <a:solidFill>
                  <a:schemeClr val="tx2"/>
                </a:solidFill>
              </a:rPr>
              <a:t>20</a:t>
            </a:r>
            <a:endParaRPr lang="tr-TR" sz="1200" b="1" i="1" u="sng" dirty="0">
              <a:solidFill>
                <a:schemeClr val="tx2"/>
              </a:solidFill>
            </a:endParaRPr>
          </a:p>
        </p:txBody>
      </p:sp>
      <p:cxnSp>
        <p:nvCxnSpPr>
          <p:cNvPr id="10" name="AutoShape 1582">
            <a:extLst>
              <a:ext uri="{FF2B5EF4-FFF2-40B4-BE49-F238E27FC236}">
                <a16:creationId xmlns:a16="http://schemas.microsoft.com/office/drawing/2014/main" id="{3391FA66-ED11-D4C0-4E63-0C16CCA19EB6}"/>
              </a:ext>
            </a:extLst>
          </p:cNvPr>
          <p:cNvCxnSpPr>
            <a:cxnSpLocks noChangeShapeType="1"/>
            <a:stCxn id="7" idx="3"/>
            <a:endCxn id="8" idx="1"/>
          </p:cNvCxnSpPr>
          <p:nvPr/>
        </p:nvCxnSpPr>
        <p:spPr bwMode="auto">
          <a:xfrm>
            <a:off x="2017682" y="1237647"/>
            <a:ext cx="293599" cy="6446"/>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1" name="Elbow Connector 4">
            <a:extLst>
              <a:ext uri="{FF2B5EF4-FFF2-40B4-BE49-F238E27FC236}">
                <a16:creationId xmlns:a16="http://schemas.microsoft.com/office/drawing/2014/main" id="{CAD16215-BE72-FEFA-BE8F-BDCE665F36C4}"/>
              </a:ext>
            </a:extLst>
          </p:cNvPr>
          <p:cNvCxnSpPr>
            <a:cxnSpLocks/>
          </p:cNvCxnSpPr>
          <p:nvPr/>
        </p:nvCxnSpPr>
        <p:spPr bwMode="auto">
          <a:xfrm rot="5400000" flipH="1" flipV="1">
            <a:off x="3050866" y="525635"/>
            <a:ext cx="142409" cy="490400"/>
          </a:xfrm>
          <a:prstGeom prst="bentConnector2">
            <a:avLst/>
          </a:prstGeom>
          <a:solidFill>
            <a:schemeClr val="bg1"/>
          </a:solidFill>
          <a:ln w="19050" cap="flat" cmpd="sng" algn="ctr">
            <a:solidFill>
              <a:schemeClr val="tx1"/>
            </a:solidFill>
            <a:prstDash val="solid"/>
            <a:round/>
            <a:headEnd type="none" w="med" len="med"/>
            <a:tailEnd type="triangle"/>
          </a:ln>
          <a:effectLst/>
        </p:spPr>
      </p:cxnSp>
      <p:graphicFrame>
        <p:nvGraphicFramePr>
          <p:cNvPr id="12" name="Group 1698">
            <a:extLst>
              <a:ext uri="{FF2B5EF4-FFF2-40B4-BE49-F238E27FC236}">
                <a16:creationId xmlns:a16="http://schemas.microsoft.com/office/drawing/2014/main" id="{BE0CEEDF-F94A-6451-E135-E2387440E0A4}"/>
              </a:ext>
            </a:extLst>
          </p:cNvPr>
          <p:cNvGraphicFramePr>
            <a:graphicFrameLocks noGrp="1"/>
          </p:cNvGraphicFramePr>
          <p:nvPr>
            <p:extLst>
              <p:ext uri="{D42A27DB-BD31-4B8C-83A1-F6EECF244321}">
                <p14:modId xmlns:p14="http://schemas.microsoft.com/office/powerpoint/2010/main" val="1178564514"/>
              </p:ext>
            </p:extLst>
          </p:nvPr>
        </p:nvGraphicFramePr>
        <p:xfrm>
          <a:off x="3991020" y="820267"/>
          <a:ext cx="1295741" cy="859249"/>
        </p:xfrm>
        <a:graphic>
          <a:graphicData uri="http://schemas.openxmlformats.org/drawingml/2006/table">
            <a:tbl>
              <a:tblPr/>
              <a:tblGrid>
                <a:gridCol w="218956">
                  <a:extLst>
                    <a:ext uri="{9D8B030D-6E8A-4147-A177-3AD203B41FA5}">
                      <a16:colId xmlns:a16="http://schemas.microsoft.com/office/drawing/2014/main" val="20000"/>
                    </a:ext>
                  </a:extLst>
                </a:gridCol>
                <a:gridCol w="1076785">
                  <a:extLst>
                    <a:ext uri="{9D8B030D-6E8A-4147-A177-3AD203B41FA5}">
                      <a16:colId xmlns:a16="http://schemas.microsoft.com/office/drawing/2014/main" val="20001"/>
                    </a:ext>
                  </a:extLst>
                </a:gridCol>
              </a:tblGrid>
              <a:tr h="257931">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hlinkClick r:id="rId4" action="ppaction://hlinksldjump">
                            <a:extLst>
                              <a:ext uri="{A12FA001-AC4F-418D-AE19-62706E023703}">
                                <ahyp:hlinkClr xmlns:ahyp="http://schemas.microsoft.com/office/drawing/2018/hyperlinkcolor" val="tx"/>
                              </a:ext>
                            </a:extLst>
                          </a:hlinkClick>
                        </a:rPr>
                        <a:t>6</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32" marB="27432"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93609">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Receive Change Notice (CN) </a:t>
                      </a:r>
                    </a:p>
                  </a:txBody>
                  <a:tcPr marL="45720" marR="4572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0770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PE (CO, CL), E</a:t>
                      </a:r>
                      <a:endParaRPr kumimoji="0" lang="pt-PT" sz="900" b="0" i="0" u="none" strike="noStrike" cap="none" normalizeH="0" baseline="0" dirty="0">
                        <a:ln>
                          <a:noFill/>
                        </a:ln>
                        <a:solidFill>
                          <a:schemeClr val="tx1"/>
                        </a:solidFill>
                        <a:effectLst/>
                        <a:latin typeface="Arial" charset="0"/>
                      </a:endParaRPr>
                    </a:p>
                  </a:txBody>
                  <a:tcPr marL="45720" marR="45720" marT="27432" marB="27432"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13" name="Text Box 1578">
            <a:extLst>
              <a:ext uri="{FF2B5EF4-FFF2-40B4-BE49-F238E27FC236}">
                <a16:creationId xmlns:a16="http://schemas.microsoft.com/office/drawing/2014/main" id="{6833CBB7-B1D1-4C83-9674-F1873A9C48DE}"/>
              </a:ext>
            </a:extLst>
          </p:cNvPr>
          <p:cNvSpPr txBox="1">
            <a:spLocks noChangeArrowheads="1"/>
          </p:cNvSpPr>
          <p:nvPr/>
        </p:nvSpPr>
        <p:spPr bwMode="auto">
          <a:xfrm>
            <a:off x="3411951" y="1027981"/>
            <a:ext cx="490401"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1434" tIns="45717" rIns="91434" bIns="45717" anchor="ctr" anchorCtr="1">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a:spcBef>
                <a:spcPct val="50000"/>
              </a:spcBef>
            </a:pPr>
            <a:r>
              <a:rPr lang="en-US" b="1" dirty="0">
                <a:solidFill>
                  <a:schemeClr val="tx1">
                    <a:lumMod val="95000"/>
                    <a:lumOff val="5000"/>
                  </a:schemeClr>
                </a:solidFill>
              </a:rPr>
              <a:t>YES</a:t>
            </a:r>
          </a:p>
        </p:txBody>
      </p:sp>
      <p:graphicFrame>
        <p:nvGraphicFramePr>
          <p:cNvPr id="14" name="Group 1699">
            <a:extLst>
              <a:ext uri="{FF2B5EF4-FFF2-40B4-BE49-F238E27FC236}">
                <a16:creationId xmlns:a16="http://schemas.microsoft.com/office/drawing/2014/main" id="{9E019FCA-4E10-A08F-2F4D-A468D2539C17}"/>
              </a:ext>
            </a:extLst>
          </p:cNvPr>
          <p:cNvGraphicFramePr>
            <a:graphicFrameLocks noGrp="1"/>
          </p:cNvGraphicFramePr>
          <p:nvPr>
            <p:extLst>
              <p:ext uri="{D42A27DB-BD31-4B8C-83A1-F6EECF244321}">
                <p14:modId xmlns:p14="http://schemas.microsoft.com/office/powerpoint/2010/main" val="1663684702"/>
              </p:ext>
            </p:extLst>
          </p:nvPr>
        </p:nvGraphicFramePr>
        <p:xfrm>
          <a:off x="5755604" y="772357"/>
          <a:ext cx="1194380" cy="971838"/>
        </p:xfrm>
        <a:graphic>
          <a:graphicData uri="http://schemas.openxmlformats.org/drawingml/2006/table">
            <a:tbl>
              <a:tblPr/>
              <a:tblGrid>
                <a:gridCol w="201828">
                  <a:extLst>
                    <a:ext uri="{9D8B030D-6E8A-4147-A177-3AD203B41FA5}">
                      <a16:colId xmlns:a16="http://schemas.microsoft.com/office/drawing/2014/main" val="20000"/>
                    </a:ext>
                  </a:extLst>
                </a:gridCol>
                <a:gridCol w="992552">
                  <a:extLst>
                    <a:ext uri="{9D8B030D-6E8A-4147-A177-3AD203B41FA5}">
                      <a16:colId xmlns:a16="http://schemas.microsoft.com/office/drawing/2014/main" val="20001"/>
                    </a:ext>
                  </a:extLst>
                </a:gridCol>
              </a:tblGrid>
              <a:tr h="175689">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noProof="0" dirty="0">
                          <a:ln>
                            <a:noFill/>
                          </a:ln>
                          <a:solidFill>
                            <a:schemeClr val="tx2"/>
                          </a:solidFill>
                          <a:effectLst/>
                          <a:latin typeface="Arial" charset="0"/>
                          <a:hlinkClick r:id="rId4" action="ppaction://hlinksldjump">
                            <a:extLst>
                              <a:ext uri="{A12FA001-AC4F-418D-AE19-62706E023703}">
                                <ahyp:hlinkClr xmlns:ahyp="http://schemas.microsoft.com/office/drawing/2018/hyperlinkcolor" val="tx"/>
                              </a:ext>
                            </a:extLst>
                          </a:hlinkClick>
                        </a:rPr>
                        <a:t>7</a:t>
                      </a:r>
                      <a:endParaRPr kumimoji="0" lang="en-US" sz="900" b="1" i="0" u="sng" strike="noStrike" cap="none" normalizeH="0" baseline="0" noProof="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noProof="0" dirty="0">
                          <a:ln>
                            <a:noFill/>
                          </a:ln>
                          <a:solidFill>
                            <a:schemeClr val="tx1"/>
                          </a:solidFill>
                          <a:effectLst/>
                          <a:latin typeface="Arial" charset="0"/>
                        </a:rPr>
                        <a:t>ME (CIL), PC</a:t>
                      </a:r>
                    </a:p>
                  </a:txBody>
                  <a:tcPr marL="45720" marR="0" marT="27414" marB="27414"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0460">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0" u="none" strike="noStrike" cap="none" normalizeH="0" baseline="0" noProof="0" dirty="0">
                          <a:ln>
                            <a:noFill/>
                          </a:ln>
                          <a:solidFill>
                            <a:schemeClr val="tx1"/>
                          </a:solidFill>
                          <a:effectLst/>
                          <a:latin typeface="Arial" charset="0"/>
                        </a:rPr>
                        <a:t>Analyze the change notice and  Prepare Preliminary ECCL or equivalent</a:t>
                      </a:r>
                      <a:endParaRPr kumimoji="0" lang="en-US" sz="900" b="0" i="1" u="none" strike="noStrike" cap="none" normalizeH="0" baseline="0" noProof="0" dirty="0">
                        <a:ln>
                          <a:noFill/>
                        </a:ln>
                        <a:solidFill>
                          <a:srgbClr val="C00000"/>
                        </a:solidFill>
                        <a:effectLst/>
                        <a:latin typeface="Arial" charset="0"/>
                      </a:endParaRPr>
                    </a:p>
                  </a:txBody>
                  <a:tcPr marL="45720" marR="45720" marT="45688" marB="45688"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7568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noProof="0" dirty="0">
                          <a:ln>
                            <a:noFill/>
                          </a:ln>
                          <a:solidFill>
                            <a:schemeClr val="tx1"/>
                          </a:solidFill>
                          <a:effectLst/>
                          <a:latin typeface="Arial" charset="0"/>
                        </a:rPr>
                        <a:t>Project team, D, E</a:t>
                      </a:r>
                    </a:p>
                  </a:txBody>
                  <a:tcPr marL="45720" marR="45720" marT="27414" marB="27414"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15" name="Elbow Connector 3140">
            <a:extLst>
              <a:ext uri="{FF2B5EF4-FFF2-40B4-BE49-F238E27FC236}">
                <a16:creationId xmlns:a16="http://schemas.microsoft.com/office/drawing/2014/main" id="{C8B4E8E1-2997-BFF8-9D76-72EDF744AA9C}"/>
              </a:ext>
            </a:extLst>
          </p:cNvPr>
          <p:cNvCxnSpPr>
            <a:cxnSpLocks/>
            <a:stCxn id="6" idx="3"/>
            <a:endCxn id="36" idx="3"/>
          </p:cNvCxnSpPr>
          <p:nvPr/>
        </p:nvCxnSpPr>
        <p:spPr bwMode="auto">
          <a:xfrm>
            <a:off x="6737669" y="4657708"/>
            <a:ext cx="415472" cy="1224594"/>
          </a:xfrm>
          <a:prstGeom prst="bentConnector3">
            <a:avLst>
              <a:gd name="adj1" fmla="val 155022"/>
            </a:avLst>
          </a:prstGeom>
          <a:solidFill>
            <a:schemeClr val="bg1"/>
          </a:solidFill>
          <a:ln w="19050" cap="flat" cmpd="sng" algn="ctr">
            <a:solidFill>
              <a:schemeClr val="tx1"/>
            </a:solidFill>
            <a:prstDash val="solid"/>
            <a:round/>
            <a:headEnd type="none" w="med" len="med"/>
            <a:tailEnd type="triangle"/>
          </a:ln>
          <a:effectLst/>
        </p:spPr>
      </p:cxnSp>
      <p:graphicFrame>
        <p:nvGraphicFramePr>
          <p:cNvPr id="16" name="Group 1699">
            <a:extLst>
              <a:ext uri="{FF2B5EF4-FFF2-40B4-BE49-F238E27FC236}">
                <a16:creationId xmlns:a16="http://schemas.microsoft.com/office/drawing/2014/main" id="{0E7DEC92-2591-4735-7845-3960FD44C997}"/>
              </a:ext>
            </a:extLst>
          </p:cNvPr>
          <p:cNvGraphicFramePr>
            <a:graphicFrameLocks noGrp="1"/>
          </p:cNvGraphicFramePr>
          <p:nvPr>
            <p:extLst>
              <p:ext uri="{D42A27DB-BD31-4B8C-83A1-F6EECF244321}">
                <p14:modId xmlns:p14="http://schemas.microsoft.com/office/powerpoint/2010/main" val="2258254946"/>
              </p:ext>
            </p:extLst>
          </p:nvPr>
        </p:nvGraphicFramePr>
        <p:xfrm>
          <a:off x="3686834" y="2324442"/>
          <a:ext cx="1152066" cy="851700"/>
        </p:xfrm>
        <a:graphic>
          <a:graphicData uri="http://schemas.openxmlformats.org/drawingml/2006/table">
            <a:tbl>
              <a:tblPr/>
              <a:tblGrid>
                <a:gridCol w="194678">
                  <a:extLst>
                    <a:ext uri="{9D8B030D-6E8A-4147-A177-3AD203B41FA5}">
                      <a16:colId xmlns:a16="http://schemas.microsoft.com/office/drawing/2014/main" val="20000"/>
                    </a:ext>
                  </a:extLst>
                </a:gridCol>
                <a:gridCol w="957388">
                  <a:extLst>
                    <a:ext uri="{9D8B030D-6E8A-4147-A177-3AD203B41FA5}">
                      <a16:colId xmlns:a16="http://schemas.microsoft.com/office/drawing/2014/main" val="20001"/>
                    </a:ext>
                  </a:extLst>
                </a:gridCol>
              </a:tblGrid>
              <a:tr h="217113">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noProof="0" dirty="0">
                          <a:ln>
                            <a:noFill/>
                          </a:ln>
                          <a:solidFill>
                            <a:schemeClr val="tx2"/>
                          </a:solidFill>
                          <a:effectLst/>
                          <a:latin typeface="Arial" charset="0"/>
                          <a:hlinkClick r:id="rId2" action="ppaction://hlinksldjump">
                            <a:extLst>
                              <a:ext uri="{A12FA001-AC4F-418D-AE19-62706E023703}">
                                <ahyp:hlinkClr xmlns:ahyp="http://schemas.microsoft.com/office/drawing/2018/hyperlinkcolor" val="tx"/>
                              </a:ext>
                            </a:extLst>
                          </a:hlinkClick>
                        </a:rPr>
                        <a:t>9</a:t>
                      </a:r>
                      <a:endParaRPr kumimoji="0" lang="en-US" sz="900" b="1" i="0" u="sng" strike="noStrike" cap="none" normalizeH="0" baseline="0" noProof="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noProof="0" dirty="0">
                          <a:ln>
                            <a:noFill/>
                          </a:ln>
                          <a:solidFill>
                            <a:schemeClr val="tx1"/>
                          </a:solidFill>
                          <a:effectLst/>
                          <a:latin typeface="Arial" charset="0"/>
                        </a:rPr>
                        <a:t>ME (CIL)</a:t>
                      </a:r>
                    </a:p>
                  </a:txBody>
                  <a:tcPr marL="45720" marR="0" marT="27415" marB="2741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60440">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Distribute</a:t>
                      </a:r>
                      <a:r>
                        <a:rPr kumimoji="0" lang="en-US" sz="900" b="0" i="0" u="none" strike="noStrike" cap="none" normalizeH="0" baseline="0" noProof="0" dirty="0">
                          <a:ln>
                            <a:noFill/>
                          </a:ln>
                          <a:solidFill>
                            <a:srgbClr val="0000FF"/>
                          </a:solidFill>
                          <a:effectLst/>
                          <a:latin typeface="Arial" charset="0"/>
                        </a:rPr>
                        <a:t> </a:t>
                      </a:r>
                      <a:r>
                        <a:rPr kumimoji="0" lang="en-US" sz="900" b="0" i="0" u="none" strike="noStrike" cap="none" normalizeH="0" baseline="0" noProof="0" dirty="0">
                          <a:ln>
                            <a:noFill/>
                          </a:ln>
                          <a:solidFill>
                            <a:schemeClr val="tx1"/>
                          </a:solidFill>
                          <a:effectLst/>
                          <a:latin typeface="Arial" charset="0"/>
                        </a:rPr>
                        <a:t>Interim ECCL</a:t>
                      </a:r>
                      <a:r>
                        <a:rPr kumimoji="0" lang="en-US" sz="900" b="0" i="0" u="none" strike="noStrike" cap="none" normalizeH="0" baseline="0" noProof="0" dirty="0">
                          <a:ln>
                            <a:noFill/>
                          </a:ln>
                          <a:solidFill>
                            <a:srgbClr val="FF0000"/>
                          </a:solidFill>
                          <a:effectLst/>
                          <a:latin typeface="Arial" charset="0"/>
                        </a:rPr>
                        <a:t> </a:t>
                      </a:r>
                      <a:r>
                        <a:rPr kumimoji="0" lang="en-US" sz="900" b="0" i="0" u="none" strike="noStrike" cap="none" normalizeH="0" baseline="0" noProof="0" dirty="0">
                          <a:ln>
                            <a:noFill/>
                          </a:ln>
                          <a:solidFill>
                            <a:schemeClr val="tx1"/>
                          </a:solidFill>
                          <a:effectLst/>
                          <a:latin typeface="Arial" charset="0"/>
                        </a:rPr>
                        <a:t>or equivalent</a:t>
                      </a:r>
                      <a:endParaRPr kumimoji="0" lang="en-US" sz="900" b="0" i="1" u="none" strike="noStrike" cap="none" normalizeH="0" baseline="0" noProof="0" dirty="0">
                        <a:ln>
                          <a:noFill/>
                        </a:ln>
                        <a:solidFill>
                          <a:srgbClr val="C00000"/>
                        </a:solidFill>
                        <a:effectLst/>
                        <a:latin typeface="Arial" charset="0"/>
                      </a:endParaRPr>
                    </a:p>
                  </a:txBody>
                  <a:tcPr marL="45720" marR="45720" marT="45691" marB="4569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extLst>
                  <a:ext uri="{0D108BD9-81ED-4DB2-BD59-A6C34878D82A}">
                    <a16:rowId xmlns:a16="http://schemas.microsoft.com/office/drawing/2014/main" val="10001"/>
                  </a:ext>
                </a:extLst>
              </a:tr>
              <a:tr h="168787">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1" u="none" strike="noStrike" cap="none" normalizeH="0" baseline="0" noProof="0" dirty="0">
                          <a:ln>
                            <a:noFill/>
                          </a:ln>
                          <a:solidFill>
                            <a:schemeClr val="tx1"/>
                          </a:solidFill>
                          <a:effectLst/>
                          <a:latin typeface="Arial" charset="0"/>
                        </a:rPr>
                        <a:t>Project team, D</a:t>
                      </a:r>
                      <a:endParaRPr kumimoji="0" lang="en-US" sz="900" b="0" i="0" u="none" strike="noStrike" cap="none" normalizeH="0" baseline="0" noProof="0" dirty="0">
                        <a:ln>
                          <a:noFill/>
                        </a:ln>
                        <a:solidFill>
                          <a:schemeClr val="tx1"/>
                        </a:solidFill>
                        <a:effectLst/>
                        <a:latin typeface="Arial" charset="0"/>
                      </a:endParaRPr>
                    </a:p>
                  </a:txBody>
                  <a:tcPr marL="45720" marR="45720" marT="27415" marB="2741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17" name="AutoShape 1573">
            <a:extLst>
              <a:ext uri="{FF2B5EF4-FFF2-40B4-BE49-F238E27FC236}">
                <a16:creationId xmlns:a16="http://schemas.microsoft.com/office/drawing/2014/main" id="{49B3CBD5-9326-7E48-F6A5-03A3A9DF28B3}"/>
              </a:ext>
            </a:extLst>
          </p:cNvPr>
          <p:cNvSpPr>
            <a:spLocks noChangeArrowheads="1"/>
          </p:cNvSpPr>
          <p:nvPr/>
        </p:nvSpPr>
        <p:spPr bwMode="auto">
          <a:xfrm>
            <a:off x="7283852" y="612064"/>
            <a:ext cx="1555348" cy="1222772"/>
          </a:xfrm>
          <a:prstGeom prst="flowChartDecision">
            <a:avLst/>
          </a:prstGeom>
          <a:solidFill>
            <a:srgbClr val="FFFFCC"/>
          </a:solidFill>
          <a:ln w="12700">
            <a:solidFill>
              <a:schemeClr val="tx1"/>
            </a:solidFill>
            <a:miter lim="800000"/>
            <a:headEnd/>
            <a:tailEnd/>
          </a:ln>
        </p:spPr>
        <p:txBody>
          <a:bodyPr wrap="square" lIns="0" tIns="0" rIns="0" bIns="0" anchor="ctr">
            <a:spAutoFit/>
          </a:bodyPr>
          <a:lstStyle/>
          <a:p>
            <a:pPr lvl="0" algn="ctr" defTabSz="947738" eaLnBrk="1" hangingPunct="1">
              <a:spcBef>
                <a:spcPct val="30000"/>
              </a:spcBef>
              <a:buClr>
                <a:schemeClr val="tx1"/>
              </a:buClr>
            </a:pPr>
            <a:r>
              <a:rPr lang="tr-TR" sz="800" dirty="0"/>
              <a:t>Is there a change in the cost communicated through CR after CN analysed?</a:t>
            </a:r>
          </a:p>
        </p:txBody>
      </p:sp>
      <p:graphicFrame>
        <p:nvGraphicFramePr>
          <p:cNvPr id="18" name="Group 1699">
            <a:extLst>
              <a:ext uri="{FF2B5EF4-FFF2-40B4-BE49-F238E27FC236}">
                <a16:creationId xmlns:a16="http://schemas.microsoft.com/office/drawing/2014/main" id="{31FF2E55-BE2A-F408-C950-E6751F8A81DC}"/>
              </a:ext>
            </a:extLst>
          </p:cNvPr>
          <p:cNvGraphicFramePr>
            <a:graphicFrameLocks noGrp="1"/>
          </p:cNvGraphicFramePr>
          <p:nvPr>
            <p:extLst>
              <p:ext uri="{D42A27DB-BD31-4B8C-83A1-F6EECF244321}">
                <p14:modId xmlns:p14="http://schemas.microsoft.com/office/powerpoint/2010/main" val="475249495"/>
              </p:ext>
            </p:extLst>
          </p:nvPr>
        </p:nvGraphicFramePr>
        <p:xfrm>
          <a:off x="7445183" y="2121998"/>
          <a:ext cx="1145584" cy="1276643"/>
        </p:xfrm>
        <a:graphic>
          <a:graphicData uri="http://schemas.openxmlformats.org/drawingml/2006/table">
            <a:tbl>
              <a:tblPr/>
              <a:tblGrid>
                <a:gridCol w="193583">
                  <a:extLst>
                    <a:ext uri="{9D8B030D-6E8A-4147-A177-3AD203B41FA5}">
                      <a16:colId xmlns:a16="http://schemas.microsoft.com/office/drawing/2014/main" val="20000"/>
                    </a:ext>
                  </a:extLst>
                </a:gridCol>
                <a:gridCol w="952001">
                  <a:extLst>
                    <a:ext uri="{9D8B030D-6E8A-4147-A177-3AD203B41FA5}">
                      <a16:colId xmlns:a16="http://schemas.microsoft.com/office/drawing/2014/main" val="20001"/>
                    </a:ext>
                  </a:extLst>
                </a:gridCol>
              </a:tblGrid>
              <a:tr h="311042">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noProof="0" dirty="0">
                          <a:ln>
                            <a:noFill/>
                          </a:ln>
                          <a:solidFill>
                            <a:schemeClr val="tx2"/>
                          </a:solidFill>
                          <a:effectLst/>
                          <a:latin typeface="Arial" charset="0"/>
                          <a:hlinkClick r:id="rId4" action="ppaction://hlinksldjump">
                            <a:extLst>
                              <a:ext uri="{A12FA001-AC4F-418D-AE19-62706E023703}">
                                <ahyp:hlinkClr xmlns:ahyp="http://schemas.microsoft.com/office/drawing/2018/hyperlinkcolor" val="tx"/>
                              </a:ext>
                            </a:extLst>
                          </a:hlinkClick>
                        </a:rPr>
                        <a:t>8</a:t>
                      </a:r>
                      <a:endParaRPr kumimoji="0" lang="en-US" sz="900" b="1" i="0" u="sng" strike="noStrike" cap="none" normalizeH="0" baseline="0" noProof="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noProof="0" dirty="0">
                          <a:ln>
                            <a:noFill/>
                          </a:ln>
                          <a:solidFill>
                            <a:schemeClr val="tx1"/>
                          </a:solidFill>
                          <a:effectLst/>
                          <a:latin typeface="Arial" charset="0"/>
                        </a:rPr>
                        <a:t>ME (CIL)</a:t>
                      </a:r>
                    </a:p>
                  </a:txBody>
                  <a:tcPr marL="45720" marR="0" marT="27415" marB="2741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614960">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Submit Preliminary ECCL or equivalent  with updates</a:t>
                      </a:r>
                    </a:p>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endParaRPr kumimoji="0" lang="en-US" sz="900" b="0" i="1" u="none" strike="noStrike" cap="none" normalizeH="0" baseline="0" noProof="0" dirty="0">
                        <a:ln>
                          <a:noFill/>
                        </a:ln>
                        <a:solidFill>
                          <a:schemeClr val="tx1"/>
                        </a:solidFill>
                        <a:effectLst/>
                        <a:latin typeface="Arial" charset="0"/>
                      </a:endParaRPr>
                    </a:p>
                  </a:txBody>
                  <a:tcPr marL="45720" marR="45720" marT="45691" marB="4569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84431">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noProof="0" dirty="0">
                          <a:ln>
                            <a:noFill/>
                          </a:ln>
                          <a:solidFill>
                            <a:schemeClr val="tx1"/>
                          </a:solidFill>
                          <a:effectLst/>
                          <a:latin typeface="Arial" charset="0"/>
                        </a:rPr>
                        <a:t>CO, CL, Sales, D</a:t>
                      </a:r>
                      <a:endParaRPr kumimoji="0" lang="en-US" sz="900" b="0" i="0" u="none" strike="noStrike" cap="none" normalizeH="0" baseline="0" noProof="0" dirty="0">
                        <a:ln>
                          <a:noFill/>
                        </a:ln>
                        <a:solidFill>
                          <a:schemeClr val="tx1"/>
                        </a:solidFill>
                        <a:effectLst/>
                        <a:latin typeface="Arial" charset="0"/>
                      </a:endParaRPr>
                    </a:p>
                  </a:txBody>
                  <a:tcPr marL="45720" marR="45720" marT="27415" marB="2741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19" name="AutoShape 1573">
            <a:extLst>
              <a:ext uri="{FF2B5EF4-FFF2-40B4-BE49-F238E27FC236}">
                <a16:creationId xmlns:a16="http://schemas.microsoft.com/office/drawing/2014/main" id="{A068275E-4772-7E74-9FF0-AE3C8D5509D8}"/>
              </a:ext>
            </a:extLst>
          </p:cNvPr>
          <p:cNvSpPr>
            <a:spLocks noChangeArrowheads="1"/>
          </p:cNvSpPr>
          <p:nvPr/>
        </p:nvSpPr>
        <p:spPr bwMode="auto">
          <a:xfrm>
            <a:off x="5277498" y="2071456"/>
            <a:ext cx="1575271" cy="1375618"/>
          </a:xfrm>
          <a:prstGeom prst="flowChartDecision">
            <a:avLst/>
          </a:prstGeom>
          <a:solidFill>
            <a:srgbClr val="FFFFCC"/>
          </a:solidFill>
          <a:ln w="12700">
            <a:solidFill>
              <a:schemeClr val="tx1"/>
            </a:solidFill>
            <a:miter lim="800000"/>
            <a:headEnd/>
            <a:tailEnd/>
          </a:ln>
        </p:spPr>
        <p:txBody>
          <a:bodyPr wrap="square" lIns="0" tIns="0" rIns="0" bIns="0" anchor="ctr">
            <a:spAutoFit/>
          </a:bodyPr>
          <a:lstStyle/>
          <a:p>
            <a:pPr algn="ctr"/>
            <a:r>
              <a:rPr lang="en-US" sz="900" dirty="0"/>
              <a:t>Is  Preliminary ECCL or equivalent  approved  by Sales?</a:t>
            </a:r>
          </a:p>
        </p:txBody>
      </p:sp>
      <p:graphicFrame>
        <p:nvGraphicFramePr>
          <p:cNvPr id="20" name="Group 213">
            <a:extLst>
              <a:ext uri="{FF2B5EF4-FFF2-40B4-BE49-F238E27FC236}">
                <a16:creationId xmlns:a16="http://schemas.microsoft.com/office/drawing/2014/main" id="{92829540-D208-BD31-DC75-AF55991D6814}"/>
              </a:ext>
            </a:extLst>
          </p:cNvPr>
          <p:cNvGraphicFramePr>
            <a:graphicFrameLocks noGrp="1"/>
          </p:cNvGraphicFramePr>
          <p:nvPr>
            <p:extLst>
              <p:ext uri="{D42A27DB-BD31-4B8C-83A1-F6EECF244321}">
                <p14:modId xmlns:p14="http://schemas.microsoft.com/office/powerpoint/2010/main" val="3827965415"/>
              </p:ext>
            </p:extLst>
          </p:nvPr>
        </p:nvGraphicFramePr>
        <p:xfrm>
          <a:off x="7625539" y="4173222"/>
          <a:ext cx="1366061" cy="826930"/>
        </p:xfrm>
        <a:graphic>
          <a:graphicData uri="http://schemas.openxmlformats.org/drawingml/2006/table">
            <a:tbl>
              <a:tblPr/>
              <a:tblGrid>
                <a:gridCol w="212897">
                  <a:extLst>
                    <a:ext uri="{9D8B030D-6E8A-4147-A177-3AD203B41FA5}">
                      <a16:colId xmlns:a16="http://schemas.microsoft.com/office/drawing/2014/main" val="20000"/>
                    </a:ext>
                  </a:extLst>
                </a:gridCol>
                <a:gridCol w="1153164">
                  <a:extLst>
                    <a:ext uri="{9D8B030D-6E8A-4147-A177-3AD203B41FA5}">
                      <a16:colId xmlns:a16="http://schemas.microsoft.com/office/drawing/2014/main" val="20001"/>
                    </a:ext>
                  </a:extLst>
                </a:gridCol>
              </a:tblGrid>
              <a:tr h="242259">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1" u="sng" strike="noStrike" cap="none" normalizeH="0" baseline="0" dirty="0">
                          <a:ln>
                            <a:noFill/>
                          </a:ln>
                          <a:solidFill>
                            <a:schemeClr val="tx2"/>
                          </a:solidFill>
                          <a:effectLst/>
                          <a:latin typeface="Arial" charset="0"/>
                        </a:rPr>
                        <a:t>20</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tr-TR" sz="900" b="1" i="0" u="none" strike="noStrike" cap="none" normalizeH="0" baseline="0" dirty="0">
                          <a:ln>
                            <a:noFill/>
                          </a:ln>
                          <a:solidFill>
                            <a:schemeClr val="tx1"/>
                          </a:solidFill>
                          <a:effectLst/>
                          <a:latin typeface="Arial" charset="0"/>
                        </a:rPr>
                        <a:t>ME</a:t>
                      </a:r>
                      <a:endParaRPr kumimoji="0" lang="en-US" sz="900" b="1" i="0" u="none" strike="noStrike" cap="none" normalizeH="0" baseline="0" dirty="0">
                        <a:ln>
                          <a:noFill/>
                        </a:ln>
                        <a:solidFill>
                          <a:schemeClr val="tx1"/>
                        </a:solidFill>
                        <a:effectLst/>
                        <a:latin typeface="Arial" charset="0"/>
                      </a:endParaRPr>
                    </a:p>
                  </a:txBody>
                  <a:tcPr marL="45720" marR="0" marT="27490" marB="27490"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5119">
                <a:tc gridSpan="2">
                  <a:txBody>
                    <a:body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Stop the process</a:t>
                      </a:r>
                    </a:p>
                  </a:txBody>
                  <a:tcPr marL="45720" marR="45720" marT="45816" marB="4581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99552">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pt-PT" sz="900" b="0" i="1" u="none" strike="noStrike" cap="none" normalizeH="0" baseline="0" dirty="0">
                        <a:ln>
                          <a:noFill/>
                        </a:ln>
                        <a:solidFill>
                          <a:srgbClr val="00B050"/>
                        </a:solidFill>
                        <a:effectLst/>
                        <a:latin typeface="Arial" charset="0"/>
                      </a:endParaRPr>
                    </a:p>
                  </a:txBody>
                  <a:tcPr marL="45720" marR="45720" marT="27490" marB="2749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21" name="Elbow Connector 19">
            <a:extLst>
              <a:ext uri="{FF2B5EF4-FFF2-40B4-BE49-F238E27FC236}">
                <a16:creationId xmlns:a16="http://schemas.microsoft.com/office/drawing/2014/main" id="{B4628957-E90B-192D-EB8F-3AFE3779FEF9}"/>
              </a:ext>
            </a:extLst>
          </p:cNvPr>
          <p:cNvCxnSpPr>
            <a:cxnSpLocks/>
            <a:stCxn id="19" idx="2"/>
            <a:endCxn id="20" idx="0"/>
          </p:cNvCxnSpPr>
          <p:nvPr/>
        </p:nvCxnSpPr>
        <p:spPr bwMode="auto">
          <a:xfrm rot="16200000" flipH="1">
            <a:off x="6823777" y="2688430"/>
            <a:ext cx="726148" cy="2243435"/>
          </a:xfrm>
          <a:prstGeom prst="bentConnector3">
            <a:avLst>
              <a:gd name="adj1" fmla="val 50000"/>
            </a:avLst>
          </a:prstGeom>
          <a:solidFill>
            <a:schemeClr val="bg1"/>
          </a:solidFill>
          <a:ln w="19050" cap="flat" cmpd="sng" algn="ctr">
            <a:solidFill>
              <a:schemeClr val="tx1"/>
            </a:solidFill>
            <a:prstDash val="solid"/>
            <a:round/>
            <a:headEnd type="none" w="med" len="med"/>
            <a:tailEnd type="triangle"/>
          </a:ln>
          <a:effectLst/>
        </p:spPr>
      </p:cxnSp>
      <p:graphicFrame>
        <p:nvGraphicFramePr>
          <p:cNvPr id="26" name="Group 1699">
            <a:extLst>
              <a:ext uri="{FF2B5EF4-FFF2-40B4-BE49-F238E27FC236}">
                <a16:creationId xmlns:a16="http://schemas.microsoft.com/office/drawing/2014/main" id="{0D5C02FB-1186-D0F0-8E9C-F161CE054488}"/>
              </a:ext>
            </a:extLst>
          </p:cNvPr>
          <p:cNvGraphicFramePr>
            <a:graphicFrameLocks noGrp="1"/>
          </p:cNvGraphicFramePr>
          <p:nvPr>
            <p:extLst>
              <p:ext uri="{D42A27DB-BD31-4B8C-83A1-F6EECF244321}">
                <p14:modId xmlns:p14="http://schemas.microsoft.com/office/powerpoint/2010/main" val="3249305340"/>
              </p:ext>
            </p:extLst>
          </p:nvPr>
        </p:nvGraphicFramePr>
        <p:xfrm>
          <a:off x="152400" y="1931715"/>
          <a:ext cx="1435643" cy="1558484"/>
        </p:xfrm>
        <a:graphic>
          <a:graphicData uri="http://schemas.openxmlformats.org/drawingml/2006/table">
            <a:tbl>
              <a:tblPr/>
              <a:tblGrid>
                <a:gridCol w="242597">
                  <a:extLst>
                    <a:ext uri="{9D8B030D-6E8A-4147-A177-3AD203B41FA5}">
                      <a16:colId xmlns:a16="http://schemas.microsoft.com/office/drawing/2014/main" val="20000"/>
                    </a:ext>
                  </a:extLst>
                </a:gridCol>
                <a:gridCol w="1193046">
                  <a:extLst>
                    <a:ext uri="{9D8B030D-6E8A-4147-A177-3AD203B41FA5}">
                      <a16:colId xmlns:a16="http://schemas.microsoft.com/office/drawing/2014/main" val="20001"/>
                    </a:ext>
                  </a:extLst>
                </a:gridCol>
              </a:tblGrid>
              <a:tr h="216159">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noProof="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11</a:t>
                      </a:r>
                      <a:endParaRPr kumimoji="0" lang="en-US" sz="900" b="1" i="0" u="sng" strike="noStrike" cap="none" normalizeH="0" baseline="0" noProof="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noProof="0" dirty="0">
                          <a:ln>
                            <a:noFill/>
                          </a:ln>
                          <a:solidFill>
                            <a:schemeClr val="tx1"/>
                          </a:solidFill>
                          <a:effectLst/>
                          <a:latin typeface="Arial" charset="0"/>
                        </a:rPr>
                        <a:t>ME (CIL)</a:t>
                      </a:r>
                    </a:p>
                  </a:txBody>
                  <a:tcPr marL="45720" marR="0" marT="27415" marB="27415"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68178">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Submit ECL or equivalent for approvals. Document approved?</a:t>
                      </a:r>
                    </a:p>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If </a:t>
                      </a:r>
                      <a:r>
                        <a:rPr kumimoji="0" lang="tr-TR" sz="900" b="0" i="0" u="none" strike="noStrike" cap="none" normalizeH="0" baseline="0" noProof="0" dirty="0">
                          <a:ln>
                            <a:noFill/>
                          </a:ln>
                          <a:solidFill>
                            <a:schemeClr val="tx1"/>
                          </a:solidFill>
                          <a:effectLst/>
                          <a:latin typeface="Arial" charset="0"/>
                        </a:rPr>
                        <a:t>‘’YES’’,</a:t>
                      </a:r>
                      <a:r>
                        <a:rPr kumimoji="0" lang="en-US" sz="900" b="0" i="0" u="none" strike="noStrike" cap="none" normalizeH="0" baseline="0" noProof="0" dirty="0">
                          <a:ln>
                            <a:noFill/>
                          </a:ln>
                          <a:solidFill>
                            <a:schemeClr val="tx1"/>
                          </a:solidFill>
                          <a:effectLst/>
                          <a:latin typeface="Arial" charset="0"/>
                        </a:rPr>
                        <a:t> Go to next </a:t>
                      </a:r>
                      <a:r>
                        <a:rPr kumimoji="0" lang="tr-TR" sz="900" b="0" i="0" u="none" strike="noStrike" cap="none" normalizeH="0" baseline="0" noProof="0" dirty="0">
                          <a:ln>
                            <a:noFill/>
                          </a:ln>
                          <a:solidFill>
                            <a:schemeClr val="tx1"/>
                          </a:solidFill>
                          <a:effectLst/>
                          <a:latin typeface="Arial" charset="0"/>
                        </a:rPr>
                        <a:t>step</a:t>
                      </a:r>
                      <a:r>
                        <a:rPr kumimoji="0" lang="en-US" sz="900" b="0" i="0" u="none" strike="noStrike" cap="none" normalizeH="0" baseline="0" noProof="0" dirty="0">
                          <a:ln>
                            <a:noFill/>
                          </a:ln>
                          <a:solidFill>
                            <a:schemeClr val="tx1"/>
                          </a:solidFill>
                          <a:effectLst/>
                          <a:latin typeface="Arial" charset="0"/>
                        </a:rPr>
                        <a:t>.</a:t>
                      </a:r>
                      <a:endParaRPr kumimoji="0" lang="en-US" sz="900" b="1" i="0" u="none" strike="noStrike" cap="none" normalizeH="0" baseline="0" noProof="0" dirty="0">
                        <a:ln>
                          <a:noFill/>
                        </a:ln>
                        <a:solidFill>
                          <a:schemeClr val="tx1"/>
                        </a:solidFill>
                        <a:effectLst/>
                        <a:highlight>
                          <a:srgbClr val="FFFF00"/>
                        </a:highlight>
                        <a:latin typeface="Arial" charset="0"/>
                      </a:endParaRPr>
                    </a:p>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If </a:t>
                      </a:r>
                      <a:r>
                        <a:rPr kumimoji="0" lang="tr-TR" sz="900" b="0" i="0" u="none" strike="noStrike" cap="none" normalizeH="0" baseline="0" noProof="0" dirty="0">
                          <a:ln>
                            <a:noFill/>
                          </a:ln>
                          <a:solidFill>
                            <a:schemeClr val="tx1"/>
                          </a:solidFill>
                          <a:effectLst/>
                          <a:latin typeface="Arial" charset="0"/>
                        </a:rPr>
                        <a:t>‘’NO’’,</a:t>
                      </a:r>
                      <a:r>
                        <a:rPr kumimoji="0" lang="en-US" sz="900" b="0" i="0" u="none" strike="noStrike" cap="none" normalizeH="0" baseline="0" noProof="0" dirty="0">
                          <a:ln>
                            <a:noFill/>
                          </a:ln>
                          <a:solidFill>
                            <a:schemeClr val="tx1"/>
                          </a:solidFill>
                          <a:effectLst/>
                          <a:latin typeface="Arial" charset="0"/>
                        </a:rPr>
                        <a:t> Revise and submit again.</a:t>
                      </a:r>
                    </a:p>
                  </a:txBody>
                  <a:tcPr marL="45720" marR="45720" marT="45691" marB="4569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74147">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tr-TR" sz="900" b="0" i="1" u="none" strike="noStrike" cap="none" normalizeH="0" baseline="0" noProof="0" dirty="0">
                          <a:ln>
                            <a:noFill/>
                          </a:ln>
                          <a:solidFill>
                            <a:schemeClr val="tx1"/>
                          </a:solidFill>
                          <a:effectLst/>
                          <a:latin typeface="Arial" charset="0"/>
                        </a:rPr>
                        <a:t>C,H</a:t>
                      </a:r>
                      <a:endParaRPr kumimoji="0" lang="en-US" sz="900" b="0" i="1" u="none" strike="noStrike" cap="none" normalizeH="0" baseline="0" noProof="0" dirty="0">
                        <a:ln>
                          <a:noFill/>
                        </a:ln>
                        <a:solidFill>
                          <a:schemeClr val="tx1"/>
                        </a:solidFill>
                        <a:effectLst/>
                        <a:latin typeface="Arial" charset="0"/>
                      </a:endParaRPr>
                    </a:p>
                  </a:txBody>
                  <a:tcPr marL="45720" marR="45720" marT="27415" marB="27415"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30" name="Elbow Connector 19">
            <a:extLst>
              <a:ext uri="{FF2B5EF4-FFF2-40B4-BE49-F238E27FC236}">
                <a16:creationId xmlns:a16="http://schemas.microsoft.com/office/drawing/2014/main" id="{E0D73A0D-0E95-BD11-970F-F63981208418}"/>
              </a:ext>
            </a:extLst>
          </p:cNvPr>
          <p:cNvCxnSpPr>
            <a:cxnSpLocks/>
            <a:stCxn id="17" idx="2"/>
            <a:endCxn id="16" idx="0"/>
          </p:cNvCxnSpPr>
          <p:nvPr/>
        </p:nvCxnSpPr>
        <p:spPr bwMode="auto">
          <a:xfrm rot="5400000">
            <a:off x="5917394" y="180310"/>
            <a:ext cx="489606" cy="3798659"/>
          </a:xfrm>
          <a:prstGeom prst="bentConnector3">
            <a:avLst>
              <a:gd name="adj1" fmla="val 50000"/>
            </a:avLst>
          </a:prstGeom>
          <a:solidFill>
            <a:schemeClr val="bg1"/>
          </a:solidFill>
          <a:ln w="19050" cap="flat" cmpd="sng" algn="ctr">
            <a:solidFill>
              <a:schemeClr val="tx1"/>
            </a:solidFill>
            <a:prstDash val="solid"/>
            <a:round/>
            <a:headEnd type="none" w="med" len="med"/>
            <a:tailEnd type="triangle"/>
          </a:ln>
          <a:effectLst/>
        </p:spPr>
      </p:cxnSp>
      <p:graphicFrame>
        <p:nvGraphicFramePr>
          <p:cNvPr id="31" name="Group 313">
            <a:extLst>
              <a:ext uri="{FF2B5EF4-FFF2-40B4-BE49-F238E27FC236}">
                <a16:creationId xmlns:a16="http://schemas.microsoft.com/office/drawing/2014/main" id="{8F3C7372-1247-364C-ED2F-D77E7E7E4938}"/>
              </a:ext>
            </a:extLst>
          </p:cNvPr>
          <p:cNvGraphicFramePr>
            <a:graphicFrameLocks noGrp="1"/>
          </p:cNvGraphicFramePr>
          <p:nvPr>
            <p:extLst>
              <p:ext uri="{D42A27DB-BD31-4B8C-83A1-F6EECF244321}">
                <p14:modId xmlns:p14="http://schemas.microsoft.com/office/powerpoint/2010/main" val="3523028027"/>
              </p:ext>
            </p:extLst>
          </p:nvPr>
        </p:nvGraphicFramePr>
        <p:xfrm>
          <a:off x="1926373" y="3923144"/>
          <a:ext cx="1152066" cy="1098917"/>
        </p:xfrm>
        <a:graphic>
          <a:graphicData uri="http://schemas.openxmlformats.org/drawingml/2006/table">
            <a:tbl>
              <a:tblPr/>
              <a:tblGrid>
                <a:gridCol w="194678">
                  <a:extLst>
                    <a:ext uri="{9D8B030D-6E8A-4147-A177-3AD203B41FA5}">
                      <a16:colId xmlns:a16="http://schemas.microsoft.com/office/drawing/2014/main" val="20000"/>
                    </a:ext>
                  </a:extLst>
                </a:gridCol>
                <a:gridCol w="957388">
                  <a:extLst>
                    <a:ext uri="{9D8B030D-6E8A-4147-A177-3AD203B41FA5}">
                      <a16:colId xmlns:a16="http://schemas.microsoft.com/office/drawing/2014/main" val="20001"/>
                    </a:ext>
                  </a:extLst>
                </a:gridCol>
              </a:tblGrid>
              <a:tr h="168834">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hlinkClick r:id="rId3" action="ppaction://hlinksldjump">
                            <a:extLst>
                              <a:ext uri="{A12FA001-AC4F-418D-AE19-62706E023703}">
                                <ahyp:hlinkClr xmlns:ahyp="http://schemas.microsoft.com/office/drawing/2018/hyperlinkcolor" val="tx"/>
                              </a:ext>
                            </a:extLst>
                          </a:hlinkClick>
                        </a:rPr>
                        <a:t>13</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PC</a:t>
                      </a:r>
                    </a:p>
                  </a:txBody>
                  <a:tcPr marL="45720" marR="0" marT="27439" marB="27439"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66869">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Ensure all coordination of the Excess &amp; Obsolete material is completed.</a:t>
                      </a:r>
                    </a:p>
                  </a:txBody>
                  <a:tcPr marL="45720" marR="45720" marT="45731" marB="45731"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36677">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dirty="0">
                          <a:ln>
                            <a:noFill/>
                          </a:ln>
                          <a:solidFill>
                            <a:schemeClr val="tx1"/>
                          </a:solidFill>
                          <a:effectLst/>
                          <a:latin typeface="Arial" charset="0"/>
                        </a:rPr>
                        <a:t>Project Team, K</a:t>
                      </a:r>
                      <a:endParaRPr kumimoji="0" lang="en-US" sz="900" b="0" i="0" u="none" strike="noStrike" cap="none" normalizeH="0" baseline="0" dirty="0">
                        <a:ln>
                          <a:noFill/>
                        </a:ln>
                        <a:solidFill>
                          <a:schemeClr val="tx1"/>
                        </a:solidFill>
                        <a:effectLst/>
                        <a:latin typeface="Arial" charset="0"/>
                      </a:endParaRPr>
                    </a:p>
                  </a:txBody>
                  <a:tcPr marL="45720" marR="45720" marT="27439" marB="27439"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32" name="AutoShape 1582">
            <a:extLst>
              <a:ext uri="{FF2B5EF4-FFF2-40B4-BE49-F238E27FC236}">
                <a16:creationId xmlns:a16="http://schemas.microsoft.com/office/drawing/2014/main" id="{8691A2FD-E685-24E8-43F3-821D4A6555CD}"/>
              </a:ext>
            </a:extLst>
          </p:cNvPr>
          <p:cNvCxnSpPr>
            <a:cxnSpLocks noChangeShapeType="1"/>
            <a:stCxn id="8" idx="3"/>
            <a:endCxn id="12" idx="1"/>
          </p:cNvCxnSpPr>
          <p:nvPr/>
        </p:nvCxnSpPr>
        <p:spPr bwMode="auto">
          <a:xfrm>
            <a:off x="3399343" y="1244093"/>
            <a:ext cx="591677" cy="5798"/>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 name="AutoShape 1582">
            <a:extLst>
              <a:ext uri="{FF2B5EF4-FFF2-40B4-BE49-F238E27FC236}">
                <a16:creationId xmlns:a16="http://schemas.microsoft.com/office/drawing/2014/main" id="{8D9AE688-28DB-64E2-6D78-465371F6ADE2}"/>
              </a:ext>
            </a:extLst>
          </p:cNvPr>
          <p:cNvCxnSpPr>
            <a:cxnSpLocks noChangeShapeType="1"/>
          </p:cNvCxnSpPr>
          <p:nvPr/>
        </p:nvCxnSpPr>
        <p:spPr bwMode="auto">
          <a:xfrm>
            <a:off x="5286761" y="1270207"/>
            <a:ext cx="455000"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4" name="AutoShape 1582">
            <a:extLst>
              <a:ext uri="{FF2B5EF4-FFF2-40B4-BE49-F238E27FC236}">
                <a16:creationId xmlns:a16="http://schemas.microsoft.com/office/drawing/2014/main" id="{6453F105-B27E-C6E3-EAB4-A2D29DD00197}"/>
              </a:ext>
            </a:extLst>
          </p:cNvPr>
          <p:cNvCxnSpPr>
            <a:cxnSpLocks noChangeShapeType="1"/>
          </p:cNvCxnSpPr>
          <p:nvPr/>
        </p:nvCxnSpPr>
        <p:spPr bwMode="auto">
          <a:xfrm>
            <a:off x="6949984" y="1237647"/>
            <a:ext cx="403119"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36" name="Group 210">
            <a:extLst>
              <a:ext uri="{FF2B5EF4-FFF2-40B4-BE49-F238E27FC236}">
                <a16:creationId xmlns:a16="http://schemas.microsoft.com/office/drawing/2014/main" id="{F837C12E-DF6B-D4B7-F22F-C8F3CA40B018}"/>
              </a:ext>
            </a:extLst>
          </p:cNvPr>
          <p:cNvGraphicFramePr>
            <a:graphicFrameLocks noGrp="1"/>
          </p:cNvGraphicFramePr>
          <p:nvPr>
            <p:extLst>
              <p:ext uri="{D42A27DB-BD31-4B8C-83A1-F6EECF244321}">
                <p14:modId xmlns:p14="http://schemas.microsoft.com/office/powerpoint/2010/main" val="1597173619"/>
              </p:ext>
            </p:extLst>
          </p:nvPr>
        </p:nvGraphicFramePr>
        <p:xfrm>
          <a:off x="6001075" y="5581147"/>
          <a:ext cx="1152066" cy="602310"/>
        </p:xfrm>
        <a:graphic>
          <a:graphicData uri="http://schemas.openxmlformats.org/drawingml/2006/table">
            <a:tbl>
              <a:tblPr/>
              <a:tblGrid>
                <a:gridCol w="194678">
                  <a:extLst>
                    <a:ext uri="{9D8B030D-6E8A-4147-A177-3AD203B41FA5}">
                      <a16:colId xmlns:a16="http://schemas.microsoft.com/office/drawing/2014/main" val="20000"/>
                    </a:ext>
                  </a:extLst>
                </a:gridCol>
                <a:gridCol w="957388">
                  <a:extLst>
                    <a:ext uri="{9D8B030D-6E8A-4147-A177-3AD203B41FA5}">
                      <a16:colId xmlns:a16="http://schemas.microsoft.com/office/drawing/2014/main" val="20001"/>
                    </a:ext>
                  </a:extLst>
                </a:gridCol>
              </a:tblGrid>
              <a:tr h="216938">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rPr>
                        <a:t>16</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Manufacturing</a:t>
                      </a:r>
                    </a:p>
                  </a:txBody>
                  <a:tcPr marL="45720" marR="0" marT="27514" marB="27514"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04532">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Start of Production</a:t>
                      </a:r>
                      <a:r>
                        <a:rPr kumimoji="0" lang="pt-PT" sz="900" b="0" i="0" u="none" strike="noStrike" cap="none" normalizeH="0" baseline="0" dirty="0">
                          <a:ln>
                            <a:noFill/>
                          </a:ln>
                          <a:solidFill>
                            <a:schemeClr val="tx1"/>
                          </a:solidFill>
                          <a:effectLst/>
                          <a:latin typeface="Arial" charset="0"/>
                        </a:rPr>
                        <a:t> </a:t>
                      </a:r>
                      <a:endParaRPr kumimoji="0" lang="en-US" sz="900" b="0" i="0" u="none" strike="noStrike" cap="none" normalizeH="0" baseline="0" dirty="0">
                        <a:ln>
                          <a:noFill/>
                        </a:ln>
                        <a:solidFill>
                          <a:schemeClr val="tx1"/>
                        </a:solidFill>
                        <a:effectLst/>
                        <a:latin typeface="Arial" charset="0"/>
                      </a:endParaRPr>
                    </a:p>
                  </a:txBody>
                  <a:tcPr marL="45720" marR="45720" marT="45855" marB="45855"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8979">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1" u="none" strike="noStrike" cap="none" normalizeH="0" baseline="0" noProof="0" dirty="0">
                          <a:ln>
                            <a:noFill/>
                          </a:ln>
                          <a:solidFill>
                            <a:schemeClr val="tx1"/>
                          </a:solidFill>
                          <a:effectLst/>
                          <a:latin typeface="Arial" charset="0"/>
                        </a:rPr>
                        <a:t>Project team</a:t>
                      </a:r>
                      <a:endParaRPr kumimoji="0" lang="pt-PT" sz="900" b="0" i="1" u="none" strike="noStrike" cap="none" normalizeH="0" baseline="0" dirty="0">
                        <a:ln>
                          <a:noFill/>
                        </a:ln>
                        <a:solidFill>
                          <a:schemeClr val="tx1"/>
                        </a:solidFill>
                        <a:effectLst/>
                        <a:latin typeface="Arial" charset="0"/>
                      </a:endParaRPr>
                    </a:p>
                  </a:txBody>
                  <a:tcPr marL="45720" marR="45720" marT="27514" marB="27514"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graphicFrame>
        <p:nvGraphicFramePr>
          <p:cNvPr id="37" name="Group 211">
            <a:extLst>
              <a:ext uri="{FF2B5EF4-FFF2-40B4-BE49-F238E27FC236}">
                <a16:creationId xmlns:a16="http://schemas.microsoft.com/office/drawing/2014/main" id="{E3BE4177-625A-8BE1-17AC-C526CFCC0165}"/>
              </a:ext>
            </a:extLst>
          </p:cNvPr>
          <p:cNvGraphicFramePr>
            <a:graphicFrameLocks noGrp="1"/>
          </p:cNvGraphicFramePr>
          <p:nvPr>
            <p:extLst>
              <p:ext uri="{D42A27DB-BD31-4B8C-83A1-F6EECF244321}">
                <p14:modId xmlns:p14="http://schemas.microsoft.com/office/powerpoint/2010/main" val="1900234945"/>
              </p:ext>
            </p:extLst>
          </p:nvPr>
        </p:nvGraphicFramePr>
        <p:xfrm>
          <a:off x="4238305" y="5425940"/>
          <a:ext cx="1152066" cy="911377"/>
        </p:xfrm>
        <a:graphic>
          <a:graphicData uri="http://schemas.openxmlformats.org/drawingml/2006/table">
            <a:tbl>
              <a:tblPr/>
              <a:tblGrid>
                <a:gridCol w="194678">
                  <a:extLst>
                    <a:ext uri="{9D8B030D-6E8A-4147-A177-3AD203B41FA5}">
                      <a16:colId xmlns:a16="http://schemas.microsoft.com/office/drawing/2014/main" val="20000"/>
                    </a:ext>
                  </a:extLst>
                </a:gridCol>
                <a:gridCol w="957388">
                  <a:extLst>
                    <a:ext uri="{9D8B030D-6E8A-4147-A177-3AD203B41FA5}">
                      <a16:colId xmlns:a16="http://schemas.microsoft.com/office/drawing/2014/main" val="20001"/>
                    </a:ext>
                  </a:extLst>
                </a:gridCol>
              </a:tblGrid>
              <a:tr h="185972">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hlinkClick r:id="rId5" action="ppaction://hlinksldjump">
                            <a:extLst>
                              <a:ext uri="{A12FA001-AC4F-418D-AE19-62706E023703}">
                                <ahyp:hlinkClr xmlns:ahyp="http://schemas.microsoft.com/office/drawing/2018/hyperlinkcolor" val="tx"/>
                              </a:ext>
                            </a:extLst>
                          </a:hlinkClick>
                        </a:rPr>
                        <a:t>17</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 CIL)</a:t>
                      </a:r>
                    </a:p>
                  </a:txBody>
                  <a:tcPr marL="45720" marR="0" marT="27436" marB="27436"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1216">
                <a:tc gridSpan="2">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900" b="0" i="0" u="none" strike="noStrike" cap="none" normalizeH="0" baseline="0" noProof="0" dirty="0">
                          <a:ln>
                            <a:noFill/>
                          </a:ln>
                          <a:solidFill>
                            <a:schemeClr val="tx1"/>
                          </a:solidFill>
                          <a:effectLst/>
                          <a:latin typeface="Arial" charset="0"/>
                        </a:rPr>
                        <a:t>Distribute</a:t>
                      </a:r>
                      <a:r>
                        <a:rPr kumimoji="0" lang="en-US" sz="900" b="0" i="0" u="none" strike="noStrike" cap="none" normalizeH="0" baseline="0" noProof="0" dirty="0">
                          <a:ln>
                            <a:noFill/>
                          </a:ln>
                          <a:solidFill>
                            <a:srgbClr val="0000FF"/>
                          </a:solidFill>
                          <a:effectLst/>
                          <a:latin typeface="Arial" charset="0"/>
                        </a:rPr>
                        <a:t> </a:t>
                      </a:r>
                      <a:r>
                        <a:rPr kumimoji="0" lang="en-US" sz="900" b="0" i="0" u="none" strike="noStrike" cap="none" normalizeH="0" baseline="0" noProof="0" dirty="0">
                          <a:ln>
                            <a:noFill/>
                          </a:ln>
                          <a:solidFill>
                            <a:schemeClr val="tx1"/>
                          </a:solidFill>
                          <a:effectLst/>
                          <a:latin typeface="Arial" charset="0"/>
                        </a:rPr>
                        <a:t>Final ECCL</a:t>
                      </a:r>
                      <a:r>
                        <a:rPr kumimoji="0" lang="en-US" sz="900" b="0" i="0" u="none" strike="noStrike" cap="none" normalizeH="0" baseline="0" noProof="0" dirty="0">
                          <a:ln>
                            <a:noFill/>
                          </a:ln>
                          <a:solidFill>
                            <a:srgbClr val="FF0000"/>
                          </a:solidFill>
                          <a:effectLst/>
                          <a:latin typeface="Arial" charset="0"/>
                        </a:rPr>
                        <a:t> </a:t>
                      </a:r>
                      <a:r>
                        <a:rPr kumimoji="0" lang="en-US" sz="900" b="0" i="0" u="none" strike="noStrike" cap="none" normalizeH="0" baseline="0" noProof="0" dirty="0">
                          <a:ln>
                            <a:noFill/>
                          </a:ln>
                          <a:solidFill>
                            <a:schemeClr val="tx1"/>
                          </a:solidFill>
                          <a:effectLst/>
                          <a:latin typeface="Arial" charset="0"/>
                        </a:rPr>
                        <a:t>or equivalent</a:t>
                      </a:r>
                      <a:endParaRPr kumimoji="0" lang="en-US" sz="900" b="0" i="1" u="none" strike="noStrike" cap="none" normalizeH="0" baseline="0" noProof="0" dirty="0">
                        <a:ln>
                          <a:noFill/>
                        </a:ln>
                        <a:solidFill>
                          <a:srgbClr val="C00000"/>
                        </a:solidFill>
                        <a:effectLst/>
                        <a:latin typeface="Arial" charset="0"/>
                      </a:endParaRPr>
                    </a:p>
                  </a:txBody>
                  <a:tcPr marL="45720" marR="45720" marT="45727" marB="45727"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8828">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defRPr/>
                      </a:pPr>
                      <a:r>
                        <a:rPr kumimoji="0" lang="en-US" sz="900" b="0" i="1" u="none" strike="noStrike" cap="none" normalizeH="0" baseline="0" noProof="0" dirty="0">
                          <a:ln>
                            <a:noFill/>
                          </a:ln>
                          <a:solidFill>
                            <a:schemeClr val="tx1"/>
                          </a:solidFill>
                          <a:effectLst/>
                          <a:latin typeface="Arial" charset="0"/>
                        </a:rPr>
                        <a:t>Project team, D, E</a:t>
                      </a:r>
                      <a:endParaRPr kumimoji="0" lang="en-US" sz="900" b="0" i="0" u="none" strike="noStrike" cap="none" normalizeH="0" baseline="0" noProof="0" dirty="0">
                        <a:ln>
                          <a:noFill/>
                        </a:ln>
                        <a:solidFill>
                          <a:schemeClr val="tx1"/>
                        </a:solidFill>
                        <a:effectLst/>
                        <a:latin typeface="Arial" charset="0"/>
                      </a:endParaRPr>
                    </a:p>
                  </a:txBody>
                  <a:tcPr marL="45720" marR="45720" marT="27436" marB="27436"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38" name="AutoShape 1582">
            <a:extLst>
              <a:ext uri="{FF2B5EF4-FFF2-40B4-BE49-F238E27FC236}">
                <a16:creationId xmlns:a16="http://schemas.microsoft.com/office/drawing/2014/main" id="{2DC64856-6E9A-160C-7FEB-D14354414AF6}"/>
              </a:ext>
            </a:extLst>
          </p:cNvPr>
          <p:cNvCxnSpPr>
            <a:cxnSpLocks noChangeShapeType="1"/>
            <a:stCxn id="36" idx="1"/>
            <a:endCxn id="37" idx="3"/>
          </p:cNvCxnSpPr>
          <p:nvPr/>
        </p:nvCxnSpPr>
        <p:spPr bwMode="auto">
          <a:xfrm flipH="1" flipV="1">
            <a:off x="5390371" y="5881628"/>
            <a:ext cx="610704" cy="674"/>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39" name="Group 355">
            <a:extLst>
              <a:ext uri="{FF2B5EF4-FFF2-40B4-BE49-F238E27FC236}">
                <a16:creationId xmlns:a16="http://schemas.microsoft.com/office/drawing/2014/main" id="{0ECC17B2-6F00-FDEF-B964-37F0FA5B2DBB}"/>
              </a:ext>
            </a:extLst>
          </p:cNvPr>
          <p:cNvGraphicFramePr>
            <a:graphicFrameLocks noGrp="1"/>
          </p:cNvGraphicFramePr>
          <p:nvPr>
            <p:extLst>
              <p:ext uri="{D42A27DB-BD31-4B8C-83A1-F6EECF244321}">
                <p14:modId xmlns:p14="http://schemas.microsoft.com/office/powerpoint/2010/main" val="3023968532"/>
              </p:ext>
            </p:extLst>
          </p:nvPr>
        </p:nvGraphicFramePr>
        <p:xfrm>
          <a:off x="2556143" y="5475477"/>
          <a:ext cx="1165484" cy="797944"/>
        </p:xfrm>
        <a:graphic>
          <a:graphicData uri="http://schemas.openxmlformats.org/drawingml/2006/table">
            <a:tbl>
              <a:tblPr/>
              <a:tblGrid>
                <a:gridCol w="196945">
                  <a:extLst>
                    <a:ext uri="{9D8B030D-6E8A-4147-A177-3AD203B41FA5}">
                      <a16:colId xmlns:a16="http://schemas.microsoft.com/office/drawing/2014/main" val="20000"/>
                    </a:ext>
                  </a:extLst>
                </a:gridCol>
                <a:gridCol w="968539">
                  <a:extLst>
                    <a:ext uri="{9D8B030D-6E8A-4147-A177-3AD203B41FA5}">
                      <a16:colId xmlns:a16="http://schemas.microsoft.com/office/drawing/2014/main" val="20001"/>
                    </a:ext>
                  </a:extLst>
                </a:gridCol>
              </a:tblGrid>
              <a:tr h="16887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hlinkClick r:id="rId5" action="ppaction://hlinksldjump"/>
                        </a:rPr>
                        <a:t>18</a:t>
                      </a:r>
                      <a:endParaRPr kumimoji="0" lang="en-US" sz="900" b="1" i="0"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PC</a:t>
                      </a:r>
                    </a:p>
                  </a:txBody>
                  <a:tcPr marL="45720" marR="0" marT="27458" marB="27458"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5644">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Send the 1st Shipment of changed harnesses</a:t>
                      </a:r>
                    </a:p>
                  </a:txBody>
                  <a:tcPr marL="45720" marR="45720" marT="45764" marB="45764"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887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endParaRPr kumimoji="0" lang="tr-TR" sz="900" b="0" i="0" u="none" strike="noStrike" cap="none" normalizeH="0" baseline="0" dirty="0">
                        <a:ln>
                          <a:noFill/>
                        </a:ln>
                        <a:solidFill>
                          <a:schemeClr val="tx1"/>
                        </a:solidFill>
                        <a:effectLst/>
                        <a:latin typeface="Arial" charset="0"/>
                      </a:endParaRPr>
                    </a:p>
                  </a:txBody>
                  <a:tcPr marL="45720" marR="45720" marT="27458" marB="27458"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40" name="AutoShape 1582">
            <a:extLst>
              <a:ext uri="{FF2B5EF4-FFF2-40B4-BE49-F238E27FC236}">
                <a16:creationId xmlns:a16="http://schemas.microsoft.com/office/drawing/2014/main" id="{AC0C6A10-2D2A-FE87-6328-0984E5BB0B90}"/>
              </a:ext>
            </a:extLst>
          </p:cNvPr>
          <p:cNvCxnSpPr>
            <a:cxnSpLocks noChangeShapeType="1"/>
            <a:stCxn id="37" idx="1"/>
          </p:cNvCxnSpPr>
          <p:nvPr/>
        </p:nvCxnSpPr>
        <p:spPr bwMode="auto">
          <a:xfrm flipH="1" flipV="1">
            <a:off x="3732436" y="5876602"/>
            <a:ext cx="505869" cy="5026"/>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1" name="AutoShape 1582">
            <a:extLst>
              <a:ext uri="{FF2B5EF4-FFF2-40B4-BE49-F238E27FC236}">
                <a16:creationId xmlns:a16="http://schemas.microsoft.com/office/drawing/2014/main" id="{B02794FB-9CAC-6013-0947-8271378ADC92}"/>
              </a:ext>
            </a:extLst>
          </p:cNvPr>
          <p:cNvCxnSpPr>
            <a:cxnSpLocks noChangeShapeType="1"/>
          </p:cNvCxnSpPr>
          <p:nvPr/>
        </p:nvCxnSpPr>
        <p:spPr bwMode="auto">
          <a:xfrm flipH="1">
            <a:off x="3327957" y="2727214"/>
            <a:ext cx="342496" cy="7494"/>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AutoShape 1582">
            <a:extLst>
              <a:ext uri="{FF2B5EF4-FFF2-40B4-BE49-F238E27FC236}">
                <a16:creationId xmlns:a16="http://schemas.microsoft.com/office/drawing/2014/main" id="{49C25417-A007-6D9D-A6EC-619C5B369CA8}"/>
              </a:ext>
            </a:extLst>
          </p:cNvPr>
          <p:cNvCxnSpPr>
            <a:cxnSpLocks noChangeShapeType="1"/>
            <a:endCxn id="19" idx="3"/>
          </p:cNvCxnSpPr>
          <p:nvPr/>
        </p:nvCxnSpPr>
        <p:spPr bwMode="auto">
          <a:xfrm flipH="1">
            <a:off x="6852769" y="2760145"/>
            <a:ext cx="602138" cy="24391"/>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4" name="AutoShape 1582">
            <a:extLst>
              <a:ext uri="{FF2B5EF4-FFF2-40B4-BE49-F238E27FC236}">
                <a16:creationId xmlns:a16="http://schemas.microsoft.com/office/drawing/2014/main" id="{F622B170-CC32-6567-734D-B514836A5C6F}"/>
              </a:ext>
            </a:extLst>
          </p:cNvPr>
          <p:cNvCxnSpPr>
            <a:cxnSpLocks noChangeShapeType="1"/>
          </p:cNvCxnSpPr>
          <p:nvPr/>
        </p:nvCxnSpPr>
        <p:spPr bwMode="auto">
          <a:xfrm>
            <a:off x="841828" y="3490199"/>
            <a:ext cx="0" cy="343417"/>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5" name="AutoShape 1582">
            <a:extLst>
              <a:ext uri="{FF2B5EF4-FFF2-40B4-BE49-F238E27FC236}">
                <a16:creationId xmlns:a16="http://schemas.microsoft.com/office/drawing/2014/main" id="{E5B4A544-C8B4-EB45-F843-BCC61FA58D7F}"/>
              </a:ext>
            </a:extLst>
          </p:cNvPr>
          <p:cNvCxnSpPr>
            <a:cxnSpLocks noChangeShapeType="1"/>
            <a:stCxn id="31" idx="3"/>
            <a:endCxn id="5" idx="1"/>
          </p:cNvCxnSpPr>
          <p:nvPr/>
        </p:nvCxnSpPr>
        <p:spPr bwMode="auto">
          <a:xfrm flipV="1">
            <a:off x="3078439" y="4472601"/>
            <a:ext cx="412693" cy="1"/>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6" name="AutoShape 1582">
            <a:extLst>
              <a:ext uri="{FF2B5EF4-FFF2-40B4-BE49-F238E27FC236}">
                <a16:creationId xmlns:a16="http://schemas.microsoft.com/office/drawing/2014/main" id="{69DCB8F6-C4ED-163A-2BB8-59EFC685DAE5}"/>
              </a:ext>
            </a:extLst>
          </p:cNvPr>
          <p:cNvCxnSpPr>
            <a:cxnSpLocks noChangeShapeType="1"/>
          </p:cNvCxnSpPr>
          <p:nvPr/>
        </p:nvCxnSpPr>
        <p:spPr bwMode="auto">
          <a:xfrm>
            <a:off x="4639300" y="4486726"/>
            <a:ext cx="732307"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47" name="Group 213">
            <a:extLst>
              <a:ext uri="{FF2B5EF4-FFF2-40B4-BE49-F238E27FC236}">
                <a16:creationId xmlns:a16="http://schemas.microsoft.com/office/drawing/2014/main" id="{156B8545-0A4A-8D97-3944-6A3179892521}"/>
              </a:ext>
            </a:extLst>
          </p:cNvPr>
          <p:cNvGraphicFramePr>
            <a:graphicFrameLocks noGrp="1"/>
          </p:cNvGraphicFramePr>
          <p:nvPr>
            <p:extLst>
              <p:ext uri="{D42A27DB-BD31-4B8C-83A1-F6EECF244321}">
                <p14:modId xmlns:p14="http://schemas.microsoft.com/office/powerpoint/2010/main" val="3711073320"/>
              </p:ext>
            </p:extLst>
          </p:nvPr>
        </p:nvGraphicFramePr>
        <p:xfrm>
          <a:off x="7661077" y="5487698"/>
          <a:ext cx="1366061" cy="860246"/>
        </p:xfrm>
        <a:graphic>
          <a:graphicData uri="http://schemas.openxmlformats.org/drawingml/2006/table">
            <a:tbl>
              <a:tblPr/>
              <a:tblGrid>
                <a:gridCol w="230840">
                  <a:extLst>
                    <a:ext uri="{9D8B030D-6E8A-4147-A177-3AD203B41FA5}">
                      <a16:colId xmlns:a16="http://schemas.microsoft.com/office/drawing/2014/main" val="20000"/>
                    </a:ext>
                  </a:extLst>
                </a:gridCol>
                <a:gridCol w="1135221">
                  <a:extLst>
                    <a:ext uri="{9D8B030D-6E8A-4147-A177-3AD203B41FA5}">
                      <a16:colId xmlns:a16="http://schemas.microsoft.com/office/drawing/2014/main" val="20001"/>
                    </a:ext>
                  </a:extLst>
                </a:gridCol>
              </a:tblGrid>
              <a:tr h="367465">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1" u="sng" strike="noStrike" cap="none" normalizeH="0" baseline="0" dirty="0">
                          <a:ln>
                            <a:noFill/>
                          </a:ln>
                          <a:solidFill>
                            <a:schemeClr val="tx2"/>
                          </a:solidFill>
                          <a:effectLst/>
                          <a:latin typeface="Arial" charset="0"/>
                          <a:hlinkClick r:id="rId5" action="ppaction://hlinksldjump"/>
                        </a:rPr>
                        <a:t>21</a:t>
                      </a:r>
                      <a:endParaRPr kumimoji="0" lang="en-US" sz="900" b="1" i="1" u="sng" strike="noStrike" cap="none" normalizeH="0" baseline="0" dirty="0">
                        <a:ln>
                          <a:noFill/>
                        </a:ln>
                        <a:solidFill>
                          <a:schemeClr val="tx2"/>
                        </a:solidFill>
                        <a:effectLst/>
                        <a:latin typeface="Arial" charset="0"/>
                      </a:endParaRP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ME (CIL)</a:t>
                      </a:r>
                    </a:p>
                  </a:txBody>
                  <a:tcPr marL="45720" marR="0" marT="27490" marB="27490"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8061">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tr-TR" sz="900" b="0" i="0" u="none" strike="noStrike" cap="none" normalizeH="0" baseline="0" dirty="0">
                          <a:ln>
                            <a:noFill/>
                          </a:ln>
                          <a:solidFill>
                            <a:schemeClr val="tx1"/>
                          </a:solidFill>
                          <a:effectLst/>
                          <a:latin typeface="Arial" charset="0"/>
                        </a:rPr>
                        <a:t>Send information</a:t>
                      </a:r>
                      <a:endParaRPr kumimoji="0" lang="en-US" sz="900" b="0" i="0" u="none" strike="sngStrike" cap="none" normalizeH="0" baseline="0" dirty="0">
                        <a:ln>
                          <a:noFill/>
                        </a:ln>
                        <a:solidFill>
                          <a:schemeClr val="tx1"/>
                        </a:solidFill>
                        <a:effectLst/>
                        <a:latin typeface="Arial" charset="0"/>
                      </a:endParaRPr>
                    </a:p>
                  </a:txBody>
                  <a:tcPr marL="45720" marR="45720" marT="45816" marB="45816"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22472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pt-PT" sz="900" b="0" i="1" u="none" strike="noStrike" cap="none" normalizeH="0" baseline="0" dirty="0">
                          <a:ln>
                            <a:noFill/>
                          </a:ln>
                          <a:solidFill>
                            <a:schemeClr val="tx1"/>
                          </a:solidFill>
                          <a:effectLst/>
                          <a:latin typeface="Arial" charset="0"/>
                        </a:rPr>
                        <a:t>A, B, E</a:t>
                      </a:r>
                    </a:p>
                  </a:txBody>
                  <a:tcPr marL="45720" marR="45720" marT="27490" marB="2749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48" name="Oval 47">
            <a:extLst>
              <a:ext uri="{FF2B5EF4-FFF2-40B4-BE49-F238E27FC236}">
                <a16:creationId xmlns:a16="http://schemas.microsoft.com/office/drawing/2014/main" id="{5DF6D462-7FFB-AE6D-4B9F-EFAC672C2B62}"/>
              </a:ext>
            </a:extLst>
          </p:cNvPr>
          <p:cNvSpPr/>
          <p:nvPr/>
        </p:nvSpPr>
        <p:spPr bwMode="auto">
          <a:xfrm>
            <a:off x="8148317" y="5062545"/>
            <a:ext cx="391580" cy="32188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b="1" i="1" u="sng" strike="noStrike" cap="none" normalizeH="0" baseline="0" dirty="0">
                <a:ln>
                  <a:noFill/>
                </a:ln>
                <a:solidFill>
                  <a:schemeClr val="tx2"/>
                </a:solidFill>
                <a:effectLst/>
                <a:latin typeface="Arial" charset="0"/>
              </a:rPr>
              <a:t>3</a:t>
            </a:r>
          </a:p>
        </p:txBody>
      </p:sp>
      <p:cxnSp>
        <p:nvCxnSpPr>
          <p:cNvPr id="49" name="AutoShape 1582">
            <a:extLst>
              <a:ext uri="{FF2B5EF4-FFF2-40B4-BE49-F238E27FC236}">
                <a16:creationId xmlns:a16="http://schemas.microsoft.com/office/drawing/2014/main" id="{42C3B690-4184-AAEB-0861-A76944DD07D7}"/>
              </a:ext>
            </a:extLst>
          </p:cNvPr>
          <p:cNvCxnSpPr>
            <a:cxnSpLocks noChangeShapeType="1"/>
            <a:stCxn id="48" idx="4"/>
            <a:endCxn id="47" idx="0"/>
          </p:cNvCxnSpPr>
          <p:nvPr/>
        </p:nvCxnSpPr>
        <p:spPr bwMode="auto">
          <a:xfrm>
            <a:off x="8344107" y="5384429"/>
            <a:ext cx="0" cy="103269"/>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 name="Oval 58">
            <a:extLst>
              <a:ext uri="{FF2B5EF4-FFF2-40B4-BE49-F238E27FC236}">
                <a16:creationId xmlns:a16="http://schemas.microsoft.com/office/drawing/2014/main" id="{56FA7B7C-8E3C-7719-3A91-C40EFF655AF5}"/>
              </a:ext>
            </a:extLst>
          </p:cNvPr>
          <p:cNvSpPr/>
          <p:nvPr/>
        </p:nvSpPr>
        <p:spPr bwMode="auto">
          <a:xfrm>
            <a:off x="78882" y="1076560"/>
            <a:ext cx="381000" cy="322174"/>
          </a:xfrm>
          <a:prstGeom prst="ellipse">
            <a:avLst/>
          </a:prstGeom>
          <a:solidFill>
            <a:schemeClr val="bg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sz="1200" b="1" u="sng" dirty="0">
                <a:solidFill>
                  <a:schemeClr val="tx2"/>
                </a:solidFill>
                <a:latin typeface="Arial" charset="0"/>
              </a:rPr>
              <a:t>4</a:t>
            </a:r>
            <a:endParaRPr kumimoji="0" lang="en-US" sz="1200" b="1" u="sng" strike="noStrike" cap="none" normalizeH="0" baseline="0" dirty="0">
              <a:ln>
                <a:noFill/>
              </a:ln>
              <a:solidFill>
                <a:schemeClr val="tx2"/>
              </a:solidFill>
              <a:effectLst/>
              <a:latin typeface="Arial" charset="0"/>
            </a:endParaRPr>
          </a:p>
        </p:txBody>
      </p:sp>
      <p:cxnSp>
        <p:nvCxnSpPr>
          <p:cNvPr id="52" name="Straight Arrow Connector 51">
            <a:extLst>
              <a:ext uri="{FF2B5EF4-FFF2-40B4-BE49-F238E27FC236}">
                <a16:creationId xmlns:a16="http://schemas.microsoft.com/office/drawing/2014/main" id="{A295F0D1-3B4D-901F-ABE1-0A97EF2A997B}"/>
              </a:ext>
            </a:extLst>
          </p:cNvPr>
          <p:cNvCxnSpPr>
            <a:cxnSpLocks/>
            <a:stCxn id="59" idx="6"/>
            <a:endCxn id="7" idx="1"/>
          </p:cNvCxnSpPr>
          <p:nvPr/>
        </p:nvCxnSpPr>
        <p:spPr>
          <a:xfrm>
            <a:off x="459882" y="1237647"/>
            <a:ext cx="262059"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3" name="Oval 52">
            <a:extLst>
              <a:ext uri="{FF2B5EF4-FFF2-40B4-BE49-F238E27FC236}">
                <a16:creationId xmlns:a16="http://schemas.microsoft.com/office/drawing/2014/main" id="{A275646B-6B8F-AA82-BF3E-B03D4B712632}"/>
              </a:ext>
            </a:extLst>
          </p:cNvPr>
          <p:cNvSpPr/>
          <p:nvPr/>
        </p:nvSpPr>
        <p:spPr bwMode="auto">
          <a:xfrm>
            <a:off x="2885053" y="609748"/>
            <a:ext cx="563006"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NO</a:t>
            </a:r>
          </a:p>
        </p:txBody>
      </p:sp>
      <p:cxnSp>
        <p:nvCxnSpPr>
          <p:cNvPr id="57" name="Straight Connector 56">
            <a:extLst>
              <a:ext uri="{FF2B5EF4-FFF2-40B4-BE49-F238E27FC236}">
                <a16:creationId xmlns:a16="http://schemas.microsoft.com/office/drawing/2014/main" id="{9E341D1A-92CC-40DC-9E68-7FCD5D0DD5D9}"/>
              </a:ext>
            </a:extLst>
          </p:cNvPr>
          <p:cNvCxnSpPr>
            <a:cxnSpLocks/>
            <a:stCxn id="17" idx="3"/>
          </p:cNvCxnSpPr>
          <p:nvPr/>
        </p:nvCxnSpPr>
        <p:spPr>
          <a:xfrm>
            <a:off x="8839200" y="1223450"/>
            <a:ext cx="1524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C2805B6B-4398-AB0E-8386-BE197C3AE910}"/>
              </a:ext>
            </a:extLst>
          </p:cNvPr>
          <p:cNvCxnSpPr>
            <a:cxnSpLocks/>
          </p:cNvCxnSpPr>
          <p:nvPr/>
        </p:nvCxnSpPr>
        <p:spPr>
          <a:xfrm flipH="1">
            <a:off x="8568145" y="2750292"/>
            <a:ext cx="42345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B68792CE-D43B-023C-9052-C5785172D383}"/>
              </a:ext>
            </a:extLst>
          </p:cNvPr>
          <p:cNvCxnSpPr>
            <a:cxnSpLocks/>
          </p:cNvCxnSpPr>
          <p:nvPr/>
        </p:nvCxnSpPr>
        <p:spPr>
          <a:xfrm>
            <a:off x="8991600" y="1223450"/>
            <a:ext cx="0" cy="1526842"/>
          </a:xfrm>
          <a:prstGeom prst="line">
            <a:avLst/>
          </a:prstGeom>
          <a:ln w="19050"/>
        </p:spPr>
        <p:style>
          <a:lnRef idx="1">
            <a:schemeClr val="dk1"/>
          </a:lnRef>
          <a:fillRef idx="0">
            <a:schemeClr val="dk1"/>
          </a:fillRef>
          <a:effectRef idx="0">
            <a:schemeClr val="dk1"/>
          </a:effectRef>
          <a:fontRef idx="minor">
            <a:schemeClr val="tx1"/>
          </a:fontRef>
        </p:style>
      </p:cxnSp>
      <p:cxnSp>
        <p:nvCxnSpPr>
          <p:cNvPr id="65" name="AutoShape 1582">
            <a:extLst>
              <a:ext uri="{FF2B5EF4-FFF2-40B4-BE49-F238E27FC236}">
                <a16:creationId xmlns:a16="http://schemas.microsoft.com/office/drawing/2014/main" id="{03DF3873-7B02-5DF1-8001-0B7FD3339744}"/>
              </a:ext>
            </a:extLst>
          </p:cNvPr>
          <p:cNvCxnSpPr>
            <a:cxnSpLocks noChangeShapeType="1"/>
          </p:cNvCxnSpPr>
          <p:nvPr/>
        </p:nvCxnSpPr>
        <p:spPr bwMode="auto">
          <a:xfrm flipH="1">
            <a:off x="1588043" y="2707162"/>
            <a:ext cx="389323" cy="0"/>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4" name="AutoShape 1582">
            <a:extLst>
              <a:ext uri="{FF2B5EF4-FFF2-40B4-BE49-F238E27FC236}">
                <a16:creationId xmlns:a16="http://schemas.microsoft.com/office/drawing/2014/main" id="{86419446-808F-B290-37A6-59126AEA0536}"/>
              </a:ext>
            </a:extLst>
          </p:cNvPr>
          <p:cNvCxnSpPr>
            <a:cxnSpLocks noChangeShapeType="1"/>
          </p:cNvCxnSpPr>
          <p:nvPr/>
        </p:nvCxnSpPr>
        <p:spPr bwMode="auto">
          <a:xfrm flipH="1" flipV="1">
            <a:off x="4831666" y="2742798"/>
            <a:ext cx="469448" cy="7494"/>
          </a:xfrm>
          <a:prstGeom prst="straightConnector1">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12" name="Text Box 1578">
            <a:extLst>
              <a:ext uri="{FF2B5EF4-FFF2-40B4-BE49-F238E27FC236}">
                <a16:creationId xmlns:a16="http://schemas.microsoft.com/office/drawing/2014/main" id="{D6728E8C-61D4-C396-71CA-0608A3DDA01A}"/>
              </a:ext>
            </a:extLst>
          </p:cNvPr>
          <p:cNvSpPr txBox="1">
            <a:spLocks noChangeArrowheads="1"/>
          </p:cNvSpPr>
          <p:nvPr/>
        </p:nvSpPr>
        <p:spPr bwMode="auto">
          <a:xfrm>
            <a:off x="8568145" y="1645244"/>
            <a:ext cx="490401"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1434" tIns="45717" rIns="91434" bIns="45717" anchor="ctr" anchorCtr="1">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a:spcBef>
                <a:spcPct val="50000"/>
              </a:spcBef>
            </a:pPr>
            <a:r>
              <a:rPr lang="en-US" b="1" dirty="0">
                <a:solidFill>
                  <a:schemeClr val="tx1">
                    <a:lumMod val="95000"/>
                    <a:lumOff val="5000"/>
                  </a:schemeClr>
                </a:solidFill>
              </a:rPr>
              <a:t>YES</a:t>
            </a:r>
          </a:p>
        </p:txBody>
      </p:sp>
      <p:sp>
        <p:nvSpPr>
          <p:cNvPr id="113" name="Oval 112">
            <a:extLst>
              <a:ext uri="{FF2B5EF4-FFF2-40B4-BE49-F238E27FC236}">
                <a16:creationId xmlns:a16="http://schemas.microsoft.com/office/drawing/2014/main" id="{9FB64585-31DA-4B60-8A9C-B9F41E79EDF1}"/>
              </a:ext>
            </a:extLst>
          </p:cNvPr>
          <p:cNvSpPr/>
          <p:nvPr/>
        </p:nvSpPr>
        <p:spPr bwMode="auto">
          <a:xfrm>
            <a:off x="7020841" y="1776752"/>
            <a:ext cx="563006"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NO</a:t>
            </a:r>
          </a:p>
        </p:txBody>
      </p:sp>
      <p:sp>
        <p:nvSpPr>
          <p:cNvPr id="114" name="Text Box 1578">
            <a:extLst>
              <a:ext uri="{FF2B5EF4-FFF2-40B4-BE49-F238E27FC236}">
                <a16:creationId xmlns:a16="http://schemas.microsoft.com/office/drawing/2014/main" id="{F8E9D882-C585-4591-B8C2-E18A2521F4AE}"/>
              </a:ext>
            </a:extLst>
          </p:cNvPr>
          <p:cNvSpPr txBox="1">
            <a:spLocks noChangeArrowheads="1"/>
          </p:cNvSpPr>
          <p:nvPr/>
        </p:nvSpPr>
        <p:spPr bwMode="auto">
          <a:xfrm>
            <a:off x="4855281" y="2460980"/>
            <a:ext cx="490401" cy="24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1434" tIns="45717" rIns="91434" bIns="45717" anchor="ctr" anchorCtr="1">
            <a:spAutoFit/>
          </a:bodyPr>
          <a:lstStyle>
            <a:lvl1pPr>
              <a:defRPr sz="1000">
                <a:solidFill>
                  <a:schemeClr val="tx1"/>
                </a:solidFill>
                <a:latin typeface="Arial" charset="0"/>
              </a:defRPr>
            </a:lvl1pPr>
            <a:lvl2pPr marL="742950" indent="-285750">
              <a:defRPr sz="1000">
                <a:solidFill>
                  <a:schemeClr val="tx1"/>
                </a:solidFill>
                <a:latin typeface="Arial" charset="0"/>
              </a:defRPr>
            </a:lvl2pPr>
            <a:lvl3pPr marL="1143000" indent="-228600">
              <a:defRPr sz="1000">
                <a:solidFill>
                  <a:schemeClr val="tx1"/>
                </a:solidFill>
                <a:latin typeface="Arial" charset="0"/>
              </a:defRPr>
            </a:lvl3pPr>
            <a:lvl4pPr marL="1600200" indent="-228600">
              <a:defRPr sz="1000">
                <a:solidFill>
                  <a:schemeClr val="tx1"/>
                </a:solidFill>
                <a:latin typeface="Arial" charset="0"/>
              </a:defRPr>
            </a:lvl4pPr>
            <a:lvl5pPr marL="2057400" indent="-228600">
              <a:defRPr sz="1000">
                <a:solidFill>
                  <a:schemeClr val="tx1"/>
                </a:solidFill>
                <a:latin typeface="Arial" charset="0"/>
              </a:defRPr>
            </a:lvl5pPr>
            <a:lvl6pPr marL="2514600" indent="-228600" eaLnBrk="0" fontAlgn="base" hangingPunct="0">
              <a:spcBef>
                <a:spcPct val="0"/>
              </a:spcBef>
              <a:spcAft>
                <a:spcPct val="0"/>
              </a:spcAft>
              <a:defRPr sz="1000">
                <a:solidFill>
                  <a:schemeClr val="tx1"/>
                </a:solidFill>
                <a:latin typeface="Arial" charset="0"/>
              </a:defRPr>
            </a:lvl6pPr>
            <a:lvl7pPr marL="2971800" indent="-228600" eaLnBrk="0" fontAlgn="base" hangingPunct="0">
              <a:spcBef>
                <a:spcPct val="0"/>
              </a:spcBef>
              <a:spcAft>
                <a:spcPct val="0"/>
              </a:spcAft>
              <a:defRPr sz="1000">
                <a:solidFill>
                  <a:schemeClr val="tx1"/>
                </a:solidFill>
                <a:latin typeface="Arial" charset="0"/>
              </a:defRPr>
            </a:lvl7pPr>
            <a:lvl8pPr marL="3429000" indent="-228600" eaLnBrk="0" fontAlgn="base" hangingPunct="0">
              <a:spcBef>
                <a:spcPct val="0"/>
              </a:spcBef>
              <a:spcAft>
                <a:spcPct val="0"/>
              </a:spcAft>
              <a:defRPr sz="1000">
                <a:solidFill>
                  <a:schemeClr val="tx1"/>
                </a:solidFill>
                <a:latin typeface="Arial" charset="0"/>
              </a:defRPr>
            </a:lvl8pPr>
            <a:lvl9pPr marL="3886200" indent="-228600" eaLnBrk="0" fontAlgn="base" hangingPunct="0">
              <a:spcBef>
                <a:spcPct val="0"/>
              </a:spcBef>
              <a:spcAft>
                <a:spcPct val="0"/>
              </a:spcAft>
              <a:defRPr sz="1000">
                <a:solidFill>
                  <a:schemeClr val="tx1"/>
                </a:solidFill>
                <a:latin typeface="Arial" charset="0"/>
              </a:defRPr>
            </a:lvl9pPr>
          </a:lstStyle>
          <a:p>
            <a:pPr>
              <a:spcBef>
                <a:spcPct val="50000"/>
              </a:spcBef>
            </a:pPr>
            <a:r>
              <a:rPr lang="en-US" b="1" dirty="0">
                <a:solidFill>
                  <a:schemeClr val="tx1">
                    <a:lumMod val="95000"/>
                    <a:lumOff val="5000"/>
                  </a:schemeClr>
                </a:solidFill>
              </a:rPr>
              <a:t>YES</a:t>
            </a:r>
          </a:p>
        </p:txBody>
      </p:sp>
      <p:sp>
        <p:nvSpPr>
          <p:cNvPr id="115" name="Oval 114">
            <a:extLst>
              <a:ext uri="{FF2B5EF4-FFF2-40B4-BE49-F238E27FC236}">
                <a16:creationId xmlns:a16="http://schemas.microsoft.com/office/drawing/2014/main" id="{AA535BE2-0204-FF71-46F6-E63D7CF6540C}"/>
              </a:ext>
            </a:extLst>
          </p:cNvPr>
          <p:cNvSpPr/>
          <p:nvPr/>
        </p:nvSpPr>
        <p:spPr bwMode="auto">
          <a:xfrm>
            <a:off x="7100620" y="3573778"/>
            <a:ext cx="563006" cy="322174"/>
          </a:xfrm>
          <a:prstGeom prst="ellipse">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000" b="1" i="0" u="none" strike="noStrike" cap="none" normalizeH="0" baseline="0" dirty="0">
                <a:ln>
                  <a:noFill/>
                </a:ln>
                <a:solidFill>
                  <a:schemeClr val="tx1">
                    <a:lumMod val="95000"/>
                    <a:lumOff val="5000"/>
                  </a:schemeClr>
                </a:solidFill>
                <a:effectLst/>
                <a:latin typeface="Arial" charset="0"/>
              </a:rPr>
              <a:t>NO</a:t>
            </a:r>
          </a:p>
        </p:txBody>
      </p:sp>
      <p:cxnSp>
        <p:nvCxnSpPr>
          <p:cNvPr id="142" name="AutoShape 1582">
            <a:extLst>
              <a:ext uri="{FF2B5EF4-FFF2-40B4-BE49-F238E27FC236}">
                <a16:creationId xmlns:a16="http://schemas.microsoft.com/office/drawing/2014/main" id="{F2D8DC42-7FB4-D0B3-9EF9-855B237F34E2}"/>
              </a:ext>
            </a:extLst>
          </p:cNvPr>
          <p:cNvCxnSpPr>
            <a:cxnSpLocks noChangeShapeType="1"/>
            <a:endCxn id="31" idx="1"/>
          </p:cNvCxnSpPr>
          <p:nvPr/>
        </p:nvCxnSpPr>
        <p:spPr bwMode="auto">
          <a:xfrm>
            <a:off x="1413994" y="4472601"/>
            <a:ext cx="512379" cy="1"/>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graphicFrame>
        <p:nvGraphicFramePr>
          <p:cNvPr id="67" name="Group 355">
            <a:extLst>
              <a:ext uri="{FF2B5EF4-FFF2-40B4-BE49-F238E27FC236}">
                <a16:creationId xmlns:a16="http://schemas.microsoft.com/office/drawing/2014/main" id="{C266B8AD-9115-8392-7282-06276F34E882}"/>
              </a:ext>
            </a:extLst>
          </p:cNvPr>
          <p:cNvGraphicFramePr>
            <a:graphicFrameLocks noGrp="1"/>
          </p:cNvGraphicFramePr>
          <p:nvPr>
            <p:extLst>
              <p:ext uri="{D42A27DB-BD31-4B8C-83A1-F6EECF244321}">
                <p14:modId xmlns:p14="http://schemas.microsoft.com/office/powerpoint/2010/main" val="1848530360"/>
              </p:ext>
            </p:extLst>
          </p:nvPr>
        </p:nvGraphicFramePr>
        <p:xfrm>
          <a:off x="918261" y="5455002"/>
          <a:ext cx="1165484" cy="784110"/>
        </p:xfrm>
        <a:graphic>
          <a:graphicData uri="http://schemas.openxmlformats.org/drawingml/2006/table">
            <a:tbl>
              <a:tblPr/>
              <a:tblGrid>
                <a:gridCol w="196945">
                  <a:extLst>
                    <a:ext uri="{9D8B030D-6E8A-4147-A177-3AD203B41FA5}">
                      <a16:colId xmlns:a16="http://schemas.microsoft.com/office/drawing/2014/main" val="20000"/>
                    </a:ext>
                  </a:extLst>
                </a:gridCol>
                <a:gridCol w="968539">
                  <a:extLst>
                    <a:ext uri="{9D8B030D-6E8A-4147-A177-3AD203B41FA5}">
                      <a16:colId xmlns:a16="http://schemas.microsoft.com/office/drawing/2014/main" val="20001"/>
                    </a:ext>
                  </a:extLst>
                </a:gridCol>
              </a:tblGrid>
              <a:tr h="168870">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sng" strike="noStrike" cap="none" normalizeH="0" baseline="0" dirty="0">
                          <a:ln>
                            <a:noFill/>
                          </a:ln>
                          <a:solidFill>
                            <a:schemeClr val="tx2"/>
                          </a:solidFill>
                          <a:effectLst/>
                          <a:latin typeface="Arial" charset="0"/>
                        </a:rPr>
                        <a:t>19</a:t>
                      </a:r>
                    </a:p>
                  </a:txBody>
                  <a:tcPr marL="0" marR="0" marT="0" marB="0"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1" i="0" u="none" strike="noStrike" cap="none" normalizeH="0" baseline="0" dirty="0">
                          <a:ln>
                            <a:noFill/>
                          </a:ln>
                          <a:solidFill>
                            <a:schemeClr val="tx1"/>
                          </a:solidFill>
                          <a:effectLst/>
                          <a:latin typeface="Arial" charset="0"/>
                        </a:rPr>
                        <a:t>PC</a:t>
                      </a:r>
                    </a:p>
                  </a:txBody>
                  <a:tcPr marL="45720" marR="0" marT="27458" marB="27458" anchor="ctr" horzOverflow="overflow">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5644">
                <a:tc gridSpan="2">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Proceed with Claim to OEM process</a:t>
                      </a:r>
                    </a:p>
                  </a:txBody>
                  <a:tcPr marL="45720" marR="45720" marT="45764" marB="45764"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1"/>
                  </a:ext>
                </a:extLst>
              </a:tr>
              <a:tr h="168870">
                <a:tc gridSpan="2">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900" b="0" i="0" u="none" strike="noStrike" cap="none" normalizeH="0" baseline="0" dirty="0">
                          <a:ln>
                            <a:noFill/>
                          </a:ln>
                          <a:solidFill>
                            <a:schemeClr val="tx1"/>
                          </a:solidFill>
                          <a:effectLst/>
                          <a:latin typeface="Arial" charset="0"/>
                        </a:rPr>
                        <a:t>Sales, K</a:t>
                      </a:r>
                      <a:endParaRPr kumimoji="0" lang="tr-TR" sz="900" b="0" i="0" u="none" strike="noStrike" cap="none" normalizeH="0" baseline="0" dirty="0">
                        <a:ln>
                          <a:noFill/>
                        </a:ln>
                        <a:solidFill>
                          <a:schemeClr val="tx1"/>
                        </a:solidFill>
                        <a:effectLst/>
                        <a:latin typeface="Arial" charset="0"/>
                      </a:endParaRPr>
                    </a:p>
                  </a:txBody>
                  <a:tcPr marL="45720" marR="45720" marT="27458" marB="27458"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2"/>
                  </a:ext>
                </a:extLst>
              </a:tr>
            </a:tbl>
          </a:graphicData>
        </a:graphic>
      </p:graphicFrame>
      <p:cxnSp>
        <p:nvCxnSpPr>
          <p:cNvPr id="69" name="AutoShape 1582">
            <a:extLst>
              <a:ext uri="{FF2B5EF4-FFF2-40B4-BE49-F238E27FC236}">
                <a16:creationId xmlns:a16="http://schemas.microsoft.com/office/drawing/2014/main" id="{1EB9749F-0CFB-4EE7-C776-E1772A7D9824}"/>
              </a:ext>
            </a:extLst>
          </p:cNvPr>
          <p:cNvCxnSpPr>
            <a:cxnSpLocks noChangeShapeType="1"/>
            <a:stCxn id="39" idx="1"/>
          </p:cNvCxnSpPr>
          <p:nvPr/>
        </p:nvCxnSpPr>
        <p:spPr bwMode="auto">
          <a:xfrm flipH="1" flipV="1">
            <a:off x="2091059" y="5869423"/>
            <a:ext cx="465084" cy="5026"/>
          </a:xfrm>
          <a:prstGeom prst="straightConnector1">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3" name="TextBox 22">
            <a:extLst>
              <a:ext uri="{FF2B5EF4-FFF2-40B4-BE49-F238E27FC236}">
                <a16:creationId xmlns:a16="http://schemas.microsoft.com/office/drawing/2014/main" id="{0286F251-417E-0F34-157B-792604ECD6A9}"/>
              </a:ext>
            </a:extLst>
          </p:cNvPr>
          <p:cNvSpPr txBox="1"/>
          <p:nvPr/>
        </p:nvSpPr>
        <p:spPr>
          <a:xfrm>
            <a:off x="21673" y="332983"/>
            <a:ext cx="4488760" cy="369332"/>
          </a:xfrm>
          <a:prstGeom prst="rect">
            <a:avLst/>
          </a:prstGeom>
          <a:noFill/>
        </p:spPr>
        <p:txBody>
          <a:bodyPr wrap="square">
            <a:spAutoFit/>
          </a:bodyPr>
          <a:lstStyle/>
          <a:p>
            <a:pPr algn="l">
              <a:spcBef>
                <a:spcPct val="50000"/>
              </a:spcBef>
            </a:pPr>
            <a:r>
              <a:rPr lang="en-US" sz="1800" b="1" dirty="0">
                <a:solidFill>
                  <a:srgbClr val="000000"/>
                </a:solidFill>
              </a:rPr>
              <a:t>DETAILED PROCESS FLOW CHART </a:t>
            </a:r>
          </a:p>
        </p:txBody>
      </p:sp>
    </p:spTree>
    <p:extLst>
      <p:ext uri="{BB962C8B-B14F-4D97-AF65-F5344CB8AC3E}">
        <p14:creationId xmlns:p14="http://schemas.microsoft.com/office/powerpoint/2010/main" val="57457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0"/>
          <p:cNvGraphicFramePr>
            <a:graphicFrameLocks/>
          </p:cNvGraphicFramePr>
          <p:nvPr>
            <p:extLst>
              <p:ext uri="{D42A27DB-BD31-4B8C-83A1-F6EECF244321}">
                <p14:modId xmlns:p14="http://schemas.microsoft.com/office/powerpoint/2010/main" val="420850509"/>
              </p:ext>
            </p:extLst>
          </p:nvPr>
        </p:nvGraphicFramePr>
        <p:xfrm>
          <a:off x="266699" y="762001"/>
          <a:ext cx="8610601" cy="4605718"/>
        </p:xfrm>
        <a:graphic>
          <a:graphicData uri="http://schemas.openxmlformats.org/drawingml/2006/table">
            <a:tbl>
              <a:tblPr/>
              <a:tblGrid>
                <a:gridCol w="879753">
                  <a:extLst>
                    <a:ext uri="{9D8B030D-6E8A-4147-A177-3AD203B41FA5}">
                      <a16:colId xmlns:a16="http://schemas.microsoft.com/office/drawing/2014/main" val="20000"/>
                    </a:ext>
                  </a:extLst>
                </a:gridCol>
                <a:gridCol w="1787248">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507714">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637696">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1</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2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3" indent="-171450" defTabSz="914400" eaLnBrk="1" hangingPunct="1">
                        <a:lnSpc>
                          <a:spcPct val="100000"/>
                        </a:lnSpc>
                        <a:buFont typeface="Arial" panose="020B0604020202020204" pitchFamily="34" charset="0"/>
                        <a:buChar char="•"/>
                      </a:pPr>
                      <a:r>
                        <a:rPr lang="en-US" sz="1200" dirty="0"/>
                        <a:t>The Change Request (CR) for all projects should be received through ECM (Ref. E).</a:t>
                      </a:r>
                    </a:p>
                    <a:p>
                      <a:pPr marL="258763" indent="-171450" defTabSz="914400" eaLnBrk="1" hangingPunct="1">
                        <a:lnSpc>
                          <a:spcPct val="100000"/>
                        </a:lnSpc>
                        <a:buFont typeface="Arial" panose="020B0604020202020204" pitchFamily="34" charset="0"/>
                        <a:buChar char="•"/>
                      </a:pPr>
                      <a:r>
                        <a:rPr lang="en-US" sz="1200" dirty="0"/>
                        <a:t>If ECM( IT application for change management) is not in use for a specific project or customer, the CR should be received by e-mail or share point.</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069211">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2</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50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3" indent="-171450" defTabSz="914400" eaLnBrk="1" hangingPunct="1">
                        <a:lnSpc>
                          <a:spcPct val="100000"/>
                        </a:lnSpc>
                        <a:buFont typeface="Arial" panose="020B0604020202020204" pitchFamily="34" charset="0"/>
                        <a:buChar char="•"/>
                      </a:pPr>
                      <a:r>
                        <a:rPr lang="en-US" altLang="en-US" sz="1200" dirty="0"/>
                        <a:t>Timing for completing the feasibility analysis can be specified by customer (can be a different timing in different phases of the project) and in this case is communicated by PE to Project Team or, if customer requirements are missing, turn- around target is defined by management. If timing can not be respected, owner of the item that is in delay should inform Change Initiator/ Change Owner about the reason of delay and estimated extension needed.</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249897">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3</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8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3" lvl="0" indent="-171450" algn="l" defTabSz="914400" eaLnBrk="1" hangingPunct="1">
                        <a:lnSpc>
                          <a:spcPct val="100000"/>
                        </a:lnSpc>
                        <a:buFont typeface="Arial" panose="020B0604020202020204" pitchFamily="34" charset="0"/>
                        <a:buChar char="•"/>
                      </a:pPr>
                      <a:r>
                        <a:rPr lang="en-US" sz="1200" dirty="0"/>
                        <a:t>ME should meet with the project team from the plant to analyze if the change is feasible or not. Frequency of feasibility meetings should be adjusted in accordance with  changes Lead Times ( either requested by customer, either defined by EDS Management).</a:t>
                      </a:r>
                    </a:p>
                    <a:p>
                      <a:pPr marL="258763" lvl="0" indent="-171450" algn="l" defTabSz="914400" eaLnBrk="1" hangingPunct="1">
                        <a:lnSpc>
                          <a:spcPct val="100000"/>
                        </a:lnSpc>
                        <a:buFont typeface="Arial" panose="020B0604020202020204" pitchFamily="34" charset="0"/>
                        <a:buChar char="•"/>
                      </a:pPr>
                      <a:r>
                        <a:rPr lang="en-US" sz="1200" dirty="0"/>
                        <a:t>ME should prepare a list with new CR’s received from previous meeting, and with affected processes for those CR’s. Original CR should be analyses by every member of Project Team before the meeting. During the meeting, open points will be clarified together.</a:t>
                      </a:r>
                    </a:p>
                    <a:p>
                      <a:pPr marL="258763" marR="0" lvl="0" indent="-171450" algn="l" defTabSz="914400" rtl="0" eaLnBrk="1" latinLnBrk="0" hangingPunct="1">
                        <a:lnSpc>
                          <a:spcPct val="100000"/>
                        </a:lnSpc>
                        <a:spcBef>
                          <a:spcPts val="0"/>
                        </a:spcBef>
                        <a:spcAft>
                          <a:spcPts val="0"/>
                        </a:spcAft>
                        <a:buFont typeface="Arial" panose="020B0604020202020204" pitchFamily="34" charset="0"/>
                        <a:buChar char="•"/>
                      </a:pPr>
                      <a:r>
                        <a:rPr lang="en-US" sz="1200" kern="1200" dirty="0">
                          <a:solidFill>
                            <a:schemeClr val="tx1"/>
                          </a:solidFill>
                          <a:latin typeface="+mn-lt"/>
                          <a:ea typeface="+mn-ea"/>
                          <a:cs typeface="+mn-cs"/>
                        </a:rPr>
                        <a:t>If ECM is used, each responsible answer is documented in ECM.</a:t>
                      </a:r>
                    </a:p>
                    <a:p>
                      <a:pPr marL="258763" marR="0" lvl="0" indent="-171450" algn="l" defTabSz="914400" rtl="0" eaLnBrk="1" latinLnBrk="0" hangingPunct="1">
                        <a:lnSpc>
                          <a:spcPct val="100000"/>
                        </a:lnSpc>
                        <a:spcBef>
                          <a:spcPts val="0"/>
                        </a:spcBef>
                        <a:spcAft>
                          <a:spcPts val="0"/>
                        </a:spcAft>
                        <a:buFont typeface="Arial" panose="020B0604020202020204" pitchFamily="34" charset="0"/>
                        <a:buChar char="•"/>
                      </a:pPr>
                      <a:r>
                        <a:rPr lang="en-US" sz="1200" kern="1200" dirty="0">
                          <a:solidFill>
                            <a:schemeClr val="tx1"/>
                          </a:solidFill>
                          <a:latin typeface="+mn-lt"/>
                          <a:ea typeface="+mn-ea"/>
                          <a:cs typeface="+mn-cs"/>
                        </a:rPr>
                        <a:t>If ECM is not used, each responsible answer is documented using the Feasibility Study Checklist (Ref. B). </a:t>
                      </a:r>
                    </a:p>
                    <a:p>
                      <a:pPr marL="258763" marR="0" lvl="0" indent="-171450" algn="l" defTabSz="914400" rtl="0" eaLnBrk="1" latinLnBrk="0" hangingPunct="1">
                        <a:lnSpc>
                          <a:spcPct val="100000"/>
                        </a:lnSpc>
                        <a:spcBef>
                          <a:spcPts val="0"/>
                        </a:spcBef>
                        <a:spcAft>
                          <a:spcPts val="0"/>
                        </a:spcAft>
                        <a:buFont typeface="Arial" panose="020B0604020202020204" pitchFamily="34" charset="0"/>
                        <a:buChar char="•"/>
                      </a:pPr>
                      <a:r>
                        <a:rPr lang="en-US" sz="1200" kern="1200" dirty="0">
                          <a:solidFill>
                            <a:schemeClr val="tx1"/>
                          </a:solidFill>
                          <a:latin typeface="+mn-lt"/>
                          <a:ea typeface="+mn-ea"/>
                          <a:cs typeface="+mn-cs"/>
                        </a:rPr>
                        <a:t> However, if there is a single NO occurs, change will be evaluated as a not feasible change. </a:t>
                      </a:r>
                      <a:r>
                        <a:rPr lang="en-US" altLang="en-US" sz="1200" kern="1200" dirty="0">
                          <a:solidFill>
                            <a:schemeClr val="tx1"/>
                          </a:solidFill>
                          <a:latin typeface="+mn-lt"/>
                          <a:ea typeface="+mn-ea"/>
                          <a:cs typeface="+mn-cs"/>
                        </a:rPr>
                        <a:t>In prototype phase consider marked specific questions. </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804800051"/>
                  </a:ext>
                </a:extLst>
              </a:tr>
            </a:tbl>
          </a:graphicData>
        </a:graphic>
      </p:graphicFrame>
    </p:spTree>
    <p:extLst>
      <p:ext uri="{BB962C8B-B14F-4D97-AF65-F5344CB8AC3E}">
        <p14:creationId xmlns:p14="http://schemas.microsoft.com/office/powerpoint/2010/main" val="3919692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0"/>
          <p:cNvGraphicFramePr>
            <a:graphicFrameLocks/>
          </p:cNvGraphicFramePr>
          <p:nvPr>
            <p:extLst>
              <p:ext uri="{D42A27DB-BD31-4B8C-83A1-F6EECF244321}">
                <p14:modId xmlns:p14="http://schemas.microsoft.com/office/powerpoint/2010/main" val="803485334"/>
              </p:ext>
            </p:extLst>
          </p:nvPr>
        </p:nvGraphicFramePr>
        <p:xfrm>
          <a:off x="266699" y="762000"/>
          <a:ext cx="8610601" cy="5592958"/>
        </p:xfrm>
        <a:graphic>
          <a:graphicData uri="http://schemas.openxmlformats.org/drawingml/2006/table">
            <a:tbl>
              <a:tblPr/>
              <a:tblGrid>
                <a:gridCol w="879753">
                  <a:extLst>
                    <a:ext uri="{9D8B030D-6E8A-4147-A177-3AD203B41FA5}">
                      <a16:colId xmlns:a16="http://schemas.microsoft.com/office/drawing/2014/main" val="20000"/>
                    </a:ext>
                  </a:extLst>
                </a:gridCol>
                <a:gridCol w="1596748">
                  <a:extLst>
                    <a:ext uri="{9D8B030D-6E8A-4147-A177-3AD203B41FA5}">
                      <a16:colId xmlns:a16="http://schemas.microsoft.com/office/drawing/2014/main" val="20001"/>
                    </a:ext>
                  </a:extLst>
                </a:gridCol>
                <a:gridCol w="6134100">
                  <a:extLst>
                    <a:ext uri="{9D8B030D-6E8A-4147-A177-3AD203B41FA5}">
                      <a16:colId xmlns:a16="http://schemas.microsoft.com/office/drawing/2014/main" val="20002"/>
                    </a:ext>
                  </a:extLst>
                </a:gridCol>
              </a:tblGrid>
              <a:tr h="393571">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1646809">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4</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6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3" indent="-171450" defTabSz="914400" eaLnBrk="1" hangingPunct="1">
                        <a:lnSpc>
                          <a:spcPct val="100000"/>
                        </a:lnSpc>
                        <a:buClrTx/>
                        <a:buFont typeface="Arial" panose="020B0604020202020204" pitchFamily="34" charset="0"/>
                        <a:buChar char="•"/>
                      </a:pPr>
                      <a:r>
                        <a:rPr lang="en-US" sz="1200" dirty="0"/>
                        <a:t>Consolidate Labor, Material Data, Investment &amp; Obsoletes and Excess &amp; Obsolete Material costs and define implementation date.</a:t>
                      </a:r>
                    </a:p>
                    <a:p>
                      <a:pPr marL="258763" indent="-171450" defTabSz="914400" eaLnBrk="1" hangingPunct="1">
                        <a:lnSpc>
                          <a:spcPct val="100000"/>
                        </a:lnSpc>
                        <a:buClrTx/>
                        <a:buFont typeface="Arial" panose="020B0604020202020204" pitchFamily="34" charset="0"/>
                        <a:buChar char="•"/>
                      </a:pPr>
                      <a:r>
                        <a:rPr lang="en-US" altLang="en-US" sz="1200" dirty="0"/>
                        <a:t>In prototype production: obsolete costs are collected in phase basis.  In prototype production, for the CR’s after drawing release, costs  are collected. Ref G; Template for monitoring EC costs is recommended to be used or equivalent should cover all. </a:t>
                      </a:r>
                    </a:p>
                    <a:p>
                      <a:pPr marL="258763" indent="-171450" eaLnBrk="1" hangingPunct="1">
                        <a:buFont typeface="Arial" panose="020B0604020202020204" pitchFamily="34" charset="0"/>
                        <a:buChar char="•"/>
                      </a:pPr>
                      <a:r>
                        <a:rPr lang="en-US" sz="1200" kern="1200" dirty="0">
                          <a:solidFill>
                            <a:schemeClr val="tx1"/>
                          </a:solidFill>
                          <a:latin typeface="+mn-lt"/>
                          <a:ea typeface="+mn-ea"/>
                          <a:cs typeface="+mn-cs"/>
                        </a:rPr>
                        <a:t>If ECM is used, each responsible answer is documented in ECM( One Time Cost).</a:t>
                      </a:r>
                    </a:p>
                    <a:p>
                      <a:pPr marL="258763" indent="-171450" eaLnBrk="1" hangingPunct="1">
                        <a:buFont typeface="Arial" panose="020B0604020202020204" pitchFamily="34" charset="0"/>
                        <a:buChar char="•"/>
                      </a:pPr>
                      <a:r>
                        <a:rPr lang="en-US" sz="1200" kern="1200" dirty="0">
                          <a:solidFill>
                            <a:schemeClr val="tx1"/>
                          </a:solidFill>
                          <a:latin typeface="+mn-lt"/>
                          <a:ea typeface="+mn-ea"/>
                          <a:cs typeface="+mn-cs"/>
                        </a:rPr>
                        <a:t>If ECM is not used, each responsible answer is documented in ECCL( preliminary) or equivalent, depending on the Customers. (Customer templates can also be alternatively used if available and if contains all costs types that should be collected.)</a:t>
                      </a:r>
                      <a:endParaRPr lang="en-US" sz="1200" kern="1200" dirty="0">
                        <a:solidFill>
                          <a:schemeClr val="tx1"/>
                        </a:solidFill>
                        <a:highlight>
                          <a:srgbClr val="FF0000"/>
                        </a:highlight>
                        <a:latin typeface="+mn-lt"/>
                        <a:ea typeface="+mn-ea"/>
                        <a:cs typeface="+mn-cs"/>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602387">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4a</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2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2" indent="-171450" defTabSz="914400" eaLnBrk="1" hangingPunct="1">
                        <a:lnSpc>
                          <a:spcPct val="100000"/>
                        </a:lnSpc>
                        <a:buClrTx/>
                        <a:buFont typeface="Arial" panose="020B0604020202020204" pitchFamily="34" charset="0"/>
                        <a:buChar char="•"/>
                      </a:pPr>
                      <a:r>
                        <a:rPr lang="en-US" altLang="en-US" sz="1200" dirty="0"/>
                        <a:t>Each plant sends info separately to Liaison Coordinator. </a:t>
                      </a:r>
                      <a:r>
                        <a:rPr lang="en-US" sz="1200" dirty="0"/>
                        <a:t>In case the same product is produced in more than one EDS sites, ME country manager</a:t>
                      </a:r>
                      <a:r>
                        <a:rPr lang="tr-TR" sz="1200" dirty="0"/>
                        <a:t>s</a:t>
                      </a:r>
                      <a:r>
                        <a:rPr lang="en-US" sz="1200" dirty="0"/>
                        <a:t> of involved plants analyze the risk and decide if Liaison Coordinator assignment is needed. </a:t>
                      </a:r>
                      <a:endParaRPr lang="tr-TR" altLang="en-US" sz="1200" dirty="0"/>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17707555"/>
                  </a:ext>
                </a:extLst>
              </a:tr>
              <a:tr h="2691231">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4b</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999000"/>
                        </a:lnSpc>
                        <a:spcBef>
                          <a:spcPct val="30000"/>
                        </a:spcBef>
                        <a:spcAft>
                          <a:spcPct val="0"/>
                        </a:spcAft>
                        <a:buClr>
                          <a:schemeClr val="tx1"/>
                        </a:buClr>
                        <a:buSzTx/>
                        <a:buFont typeface="Monotype Sorts" pitchFamily="2" charset="2"/>
                        <a:buNone/>
                        <a:tabLst/>
                      </a:pPr>
                      <a:r>
                        <a:rPr kumimoji="0" lang="en-US" sz="1200" b="1" i="0" u="none" strike="noStrike" kern="1200" cap="none" normalizeH="0" baseline="0" noProof="0" dirty="0">
                          <a:ln>
                            <a:noFill/>
                          </a:ln>
                          <a:solidFill>
                            <a:schemeClr val="tx1"/>
                          </a:solidFill>
                          <a:effectLst/>
                          <a:latin typeface="+mn-lt"/>
                          <a:ea typeface="+mn-ea"/>
                          <a:cs typeface="+mn-cs"/>
                        </a:rPr>
                        <a:t>Liaison Coordinator</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2" indent="-171450" defTabSz="914400" eaLnBrk="1" hangingPunct="1">
                        <a:lnSpc>
                          <a:spcPct val="100000"/>
                        </a:lnSpc>
                        <a:buClrTx/>
                        <a:buFont typeface="Arial" panose="020B0604020202020204" pitchFamily="34" charset="0"/>
                        <a:buChar char="•"/>
                      </a:pPr>
                      <a:r>
                        <a:rPr lang="en-US" altLang="en-US" sz="1200" dirty="0"/>
                        <a:t>Liaison Coordinator makes alignment job by building the following regular meeting routines.</a:t>
                      </a: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000000"/>
                          </a:solidFill>
                        </a:rPr>
                        <a:t>Align the engineering level of wiring harness, </a:t>
                      </a:r>
                      <a:r>
                        <a:rPr lang="en-US" sz="1200" dirty="0" err="1">
                          <a:solidFill>
                            <a:srgbClr val="000000"/>
                          </a:solidFill>
                        </a:rPr>
                        <a:t>cordset</a:t>
                      </a:r>
                      <a:r>
                        <a:rPr lang="en-US" sz="1200" dirty="0">
                          <a:solidFill>
                            <a:srgbClr val="000000"/>
                          </a:solidFill>
                        </a:rPr>
                        <a:t> shipped from each location and  ensure Flawless Communication ME / PE</a:t>
                      </a: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highlight>
                          <a:srgbClr val="FFFF00"/>
                        </a:highlight>
                      </a:endParaRP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highlight>
                          <a:srgbClr val="FFFF00"/>
                        </a:highlight>
                      </a:endParaRP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highlight>
                          <a:srgbClr val="FFFF00"/>
                        </a:highlight>
                      </a:endParaRP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highlight>
                          <a:srgbClr val="FFFF00"/>
                        </a:highlight>
                      </a:endParaRP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rgbClr val="000000"/>
                        </a:solidFill>
                        <a:highlight>
                          <a:srgbClr val="FFFF00"/>
                        </a:highlight>
                      </a:endParaRPr>
                    </a:p>
                    <a:p>
                      <a:pPr marL="87312"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highlight>
                          <a:srgbClr val="FFFF00"/>
                        </a:highlight>
                      </a:endParaRPr>
                    </a:p>
                    <a:p>
                      <a:pPr marL="87312"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highlight>
                          <a:srgbClr val="FFFF00"/>
                        </a:highlight>
                      </a:endParaRPr>
                    </a:p>
                    <a:p>
                      <a:pPr marL="87312"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highlight>
                          <a:srgbClr val="FFFF00"/>
                        </a:highlight>
                      </a:endParaRPr>
                    </a:p>
                    <a:p>
                      <a:pPr marL="87312"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highlight>
                          <a:srgbClr val="FFFF00"/>
                        </a:highlight>
                      </a:endParaRPr>
                    </a:p>
                    <a:p>
                      <a:pPr marL="87312"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highlight>
                          <a:srgbClr val="FFFF00"/>
                        </a:highlight>
                      </a:endParaRPr>
                    </a:p>
                    <a:p>
                      <a:pPr marL="87312"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200" dirty="0">
                        <a:solidFill>
                          <a:srgbClr val="000000"/>
                        </a:solidFill>
                        <a:highlight>
                          <a:srgbClr val="FFFF00"/>
                        </a:highlight>
                      </a:endParaRPr>
                    </a:p>
                    <a:p>
                      <a:pPr marL="258762"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highlight>
                          <a:srgbClr val="FFFF00"/>
                        </a:highlight>
                      </a:endParaRP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51284496"/>
                  </a:ext>
                </a:extLst>
              </a:tr>
            </a:tbl>
          </a:graphicData>
        </a:graphic>
      </p:graphicFrame>
      <p:pic>
        <p:nvPicPr>
          <p:cNvPr id="6" name="Picture 5">
            <a:extLst>
              <a:ext uri="{FF2B5EF4-FFF2-40B4-BE49-F238E27FC236}">
                <a16:creationId xmlns:a16="http://schemas.microsoft.com/office/drawing/2014/main" id="{2603F6D7-BB6E-D988-CE3C-38ECB3B421F1}"/>
              </a:ext>
            </a:extLst>
          </p:cNvPr>
          <p:cNvPicPr>
            <a:picLocks noChangeAspect="1"/>
          </p:cNvPicPr>
          <p:nvPr/>
        </p:nvPicPr>
        <p:blipFill>
          <a:blip r:embed="rId3"/>
          <a:stretch>
            <a:fillRect/>
          </a:stretch>
        </p:blipFill>
        <p:spPr>
          <a:xfrm>
            <a:off x="2823713" y="4189416"/>
            <a:ext cx="4098258" cy="1143000"/>
          </a:xfrm>
          <a:prstGeom prst="rect">
            <a:avLst/>
          </a:prstGeom>
        </p:spPr>
      </p:pic>
      <p:pic>
        <p:nvPicPr>
          <p:cNvPr id="2" name="Picture 1">
            <a:extLst>
              <a:ext uri="{FF2B5EF4-FFF2-40B4-BE49-F238E27FC236}">
                <a16:creationId xmlns:a16="http://schemas.microsoft.com/office/drawing/2014/main" id="{FF22BCB5-F0C4-4452-F146-BB06E1E193AF}"/>
              </a:ext>
            </a:extLst>
          </p:cNvPr>
          <p:cNvPicPr>
            <a:picLocks noChangeAspect="1"/>
          </p:cNvPicPr>
          <p:nvPr/>
        </p:nvPicPr>
        <p:blipFill>
          <a:blip r:embed="rId4"/>
          <a:stretch>
            <a:fillRect/>
          </a:stretch>
        </p:blipFill>
        <p:spPr>
          <a:xfrm>
            <a:off x="2819400" y="5424980"/>
            <a:ext cx="5867400" cy="899620"/>
          </a:xfrm>
          <a:prstGeom prst="rect">
            <a:avLst/>
          </a:prstGeom>
        </p:spPr>
      </p:pic>
    </p:spTree>
    <p:extLst>
      <p:ext uri="{BB962C8B-B14F-4D97-AF65-F5344CB8AC3E}">
        <p14:creationId xmlns:p14="http://schemas.microsoft.com/office/powerpoint/2010/main" val="152622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0"/>
          <p:cNvGraphicFramePr>
            <a:graphicFrameLocks/>
          </p:cNvGraphicFramePr>
          <p:nvPr>
            <p:extLst>
              <p:ext uri="{D42A27DB-BD31-4B8C-83A1-F6EECF244321}">
                <p14:modId xmlns:p14="http://schemas.microsoft.com/office/powerpoint/2010/main" val="557988274"/>
              </p:ext>
            </p:extLst>
          </p:nvPr>
        </p:nvGraphicFramePr>
        <p:xfrm>
          <a:off x="266699" y="685800"/>
          <a:ext cx="8610601" cy="5712339"/>
        </p:xfrm>
        <a:graphic>
          <a:graphicData uri="http://schemas.openxmlformats.org/drawingml/2006/table">
            <a:tbl>
              <a:tblPr/>
              <a:tblGrid>
                <a:gridCol w="879753">
                  <a:extLst>
                    <a:ext uri="{9D8B030D-6E8A-4147-A177-3AD203B41FA5}">
                      <a16:colId xmlns:a16="http://schemas.microsoft.com/office/drawing/2014/main" val="20000"/>
                    </a:ext>
                  </a:extLst>
                </a:gridCol>
                <a:gridCol w="1787248">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86445">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78322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5</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30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3" indent="-171450" defTabSz="914400" eaLnBrk="1" hangingPunct="1">
                        <a:lnSpc>
                          <a:spcPct val="100000"/>
                        </a:lnSpc>
                        <a:buFont typeface="Arial" panose="020B0604020202020204" pitchFamily="34" charset="0"/>
                        <a:buChar char="•"/>
                      </a:pPr>
                      <a:r>
                        <a:rPr lang="en-US" sz="1200" dirty="0"/>
                        <a:t>Change depending cost and implementation date (as mentioned on note 4</a:t>
                      </a:r>
                      <a:r>
                        <a:rPr lang="en-US" sz="1200" i="1" dirty="0"/>
                        <a:t>)</a:t>
                      </a:r>
                      <a:r>
                        <a:rPr lang="en-US" sz="1200" dirty="0"/>
                        <a:t>,  have to be sent to CO or to CL via mail by preliminary </a:t>
                      </a:r>
                      <a:r>
                        <a:rPr lang="en-US" sz="1200" i="1" dirty="0"/>
                        <a:t>ECCL template (Ref. D), </a:t>
                      </a:r>
                      <a:r>
                        <a:rPr lang="en-US" sz="1200" dirty="0"/>
                        <a:t>or</a:t>
                      </a:r>
                      <a:r>
                        <a:rPr lang="en-US" sz="1200" i="1" dirty="0"/>
                        <a:t> </a:t>
                      </a:r>
                      <a:r>
                        <a:rPr lang="en-US" sz="1200" dirty="0"/>
                        <a:t>equivalent</a:t>
                      </a:r>
                      <a:r>
                        <a:rPr lang="en-US" sz="1200" i="1" dirty="0"/>
                        <a:t> </a:t>
                      </a:r>
                      <a:r>
                        <a:rPr lang="en-US" sz="1200" dirty="0"/>
                        <a:t>or entered to ECM system (Ref. E), depending on the </a:t>
                      </a:r>
                      <a:r>
                        <a:rPr lang="en-US" sz="1200" dirty="0">
                          <a:solidFill>
                            <a:schemeClr val="tx1"/>
                          </a:solidFill>
                        </a:rPr>
                        <a:t>Customers. </a:t>
                      </a:r>
                      <a:r>
                        <a:rPr lang="en-US" sz="1200" dirty="0"/>
                        <a:t>(Customer templates can also be alternatively used if available).</a:t>
                      </a:r>
                      <a:endParaRPr lang="tr-TR" sz="1200" dirty="0"/>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57892210"/>
                  </a:ext>
                </a:extLst>
              </a:tr>
              <a:tr h="485141">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6</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1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58763" indent="-171450" defTabSz="914400" eaLnBrk="1" hangingPunct="1">
                        <a:lnSpc>
                          <a:spcPct val="100000"/>
                        </a:lnSpc>
                        <a:buFont typeface="Arial" panose="020B0604020202020204" pitchFamily="34" charset="0"/>
                        <a:buChar char="•"/>
                      </a:pPr>
                      <a:r>
                        <a:rPr lang="en-US" sz="1200" dirty="0"/>
                        <a:t>The Change Notice (CN), can be received by e-mail, share point or through the ECM system (Ref. E).</a:t>
                      </a:r>
                      <a:endParaRPr lang="tr-TR" sz="1200" dirty="0"/>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03885326"/>
                  </a:ext>
                </a:extLst>
              </a:tr>
              <a:tr h="2363507">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7</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47738" rtl="0" eaLnBrk="1" fontAlgn="base" latinLnBrk="0" hangingPunct="1">
                        <a:lnSpc>
                          <a:spcPct val="900000"/>
                        </a:lnSpc>
                        <a:spcBef>
                          <a:spcPct val="30000"/>
                        </a:spcBef>
                        <a:spcAft>
                          <a:spcPct val="0"/>
                        </a:spcAft>
                        <a:buClr>
                          <a:schemeClr val="tx1"/>
                        </a:buClr>
                        <a:buSzTx/>
                        <a:buFont typeface="Monotype Sorts" pitchFamily="2" charset="2"/>
                        <a:buNone/>
                        <a:tabLst/>
                      </a:pPr>
                      <a:r>
                        <a:rPr kumimoji="0" lang="en-US" sz="1200" b="1" i="0" u="none" strike="noStrike" cap="none" normalizeH="0" baseline="0" noProof="0" dirty="0">
                          <a:ln>
                            <a:noFill/>
                          </a:ln>
                          <a:solidFill>
                            <a:schemeClr val="tx1"/>
                          </a:solidFill>
                          <a:effectLst/>
                          <a:latin typeface="Arial" charset="0"/>
                        </a:rPr>
                        <a:t>ME (CIL), PC</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indent="-171450" algn="just" defTabSz="914400" eaLnBrk="1" hangingPunct="1">
                        <a:buFont typeface="Arial" panose="020B0604020202020204" pitchFamily="34" charset="0"/>
                        <a:buChar char="•"/>
                        <a:defRPr/>
                      </a:pPr>
                      <a:r>
                        <a:rPr lang="en-US" sz="1200" dirty="0">
                          <a:cs typeface="+mn-cs"/>
                        </a:rPr>
                        <a:t>Based on Change Notice (CN), the Preliminary ECCL (Ref. E) or equivalent (in ECM approval is visible for all functions).must be initiated and all the steps needed for the change implementation must be identified, as well as the lead time for implementation. Also, all the costs related to the change must be confirmed (even if CR in ECM was done), such as:</a:t>
                      </a:r>
                    </a:p>
                    <a:p>
                      <a:pPr marL="628650" lvl="1" indent="-171450" algn="just" defTabSz="914400" eaLnBrk="1" hangingPunct="1">
                        <a:buFont typeface="Arial" panose="020B0604020202020204" pitchFamily="34" charset="0"/>
                        <a:buChar char="•"/>
                        <a:defRPr/>
                      </a:pPr>
                      <a:r>
                        <a:rPr lang="en-US" sz="1200" dirty="0">
                          <a:cs typeface="+mn-cs"/>
                        </a:rPr>
                        <a:t>Excess &amp; Obsoletes</a:t>
                      </a:r>
                    </a:p>
                    <a:p>
                      <a:pPr marL="628650" lvl="1" indent="-171450" algn="just" defTabSz="914400" eaLnBrk="1" hangingPunct="1">
                        <a:buFont typeface="Arial" panose="020B0604020202020204" pitchFamily="34" charset="0"/>
                        <a:buChar char="•"/>
                        <a:defRPr/>
                      </a:pPr>
                      <a:r>
                        <a:rPr lang="en-US" sz="1200" dirty="0">
                          <a:cs typeface="+mn-cs"/>
                        </a:rPr>
                        <a:t>Investment &amp; Obsoletes</a:t>
                      </a:r>
                    </a:p>
                    <a:p>
                      <a:pPr marL="628650" lvl="1" indent="-171450" algn="just" defTabSz="914400" eaLnBrk="1" hangingPunct="1">
                        <a:buFont typeface="Arial" panose="020B0604020202020204" pitchFamily="34" charset="0"/>
                        <a:buChar char="•"/>
                        <a:defRPr/>
                      </a:pPr>
                      <a:r>
                        <a:rPr lang="en-US" sz="1200" dirty="0">
                          <a:cs typeface="+mn-cs"/>
                        </a:rPr>
                        <a:t>Rework (if needed)</a:t>
                      </a:r>
                    </a:p>
                    <a:p>
                      <a:pPr marL="628650" lvl="1" indent="-171450" algn="just" defTabSz="914400" eaLnBrk="1" hangingPunct="1">
                        <a:buFont typeface="Arial" panose="020B0604020202020204" pitchFamily="34" charset="0"/>
                        <a:buChar char="•"/>
                        <a:defRPr/>
                      </a:pPr>
                      <a:r>
                        <a:rPr lang="en-US" sz="1200" dirty="0">
                          <a:cs typeface="+mn-cs"/>
                        </a:rPr>
                        <a:t>Overtime (if needed)</a:t>
                      </a:r>
                    </a:p>
                    <a:p>
                      <a:pPr marL="628650" lvl="1" indent="-171450" algn="just" defTabSz="914400" eaLnBrk="1" hangingPunct="1">
                        <a:buFont typeface="Arial" panose="020B0604020202020204" pitchFamily="34" charset="0"/>
                        <a:buChar char="•"/>
                        <a:defRPr/>
                      </a:pPr>
                      <a:r>
                        <a:rPr lang="en-US" sz="1200" dirty="0">
                          <a:cs typeface="+mn-cs"/>
                        </a:rPr>
                        <a:t>Special Transportation (if needed)</a:t>
                      </a:r>
                    </a:p>
                    <a:p>
                      <a:pPr marL="171450" indent="-171450" algn="just" defTabSz="914400" eaLnBrk="1" hangingPunct="1">
                        <a:buFont typeface="Arial" panose="020B0604020202020204" pitchFamily="34" charset="0"/>
                        <a:buChar char="•"/>
                        <a:defRPr/>
                      </a:pPr>
                      <a:r>
                        <a:rPr lang="en-US" sz="1200" dirty="0">
                          <a:cs typeface="+mn-cs"/>
                        </a:rPr>
                        <a:t>It is recommended to include lead time of one week between CN reception and Preliminary ECCL or equivalent submission.</a:t>
                      </a:r>
                    </a:p>
                    <a:p>
                      <a:pPr marL="171450" indent="-171450" algn="just" defTabSz="914400" eaLnBrk="1" hangingPunct="1">
                        <a:buFont typeface="Arial" panose="020B0604020202020204" pitchFamily="34" charset="0"/>
                        <a:buChar char="•"/>
                        <a:defRPr/>
                      </a:pPr>
                      <a:r>
                        <a:rPr lang="en-US" sz="1200" dirty="0">
                          <a:cs typeface="+mn-cs"/>
                        </a:rPr>
                        <a:t>Exception: Some customers do not provide Change Request for analysis, directly change notice provided. In these cases, the timing agreed with customer will be obeyed.</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485572">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8</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47738" rtl="0" eaLnBrk="1" fontAlgn="base" latinLnBrk="0" hangingPunct="1">
                        <a:lnSpc>
                          <a:spcPct val="500000"/>
                        </a:lnSpc>
                        <a:spcBef>
                          <a:spcPct val="30000"/>
                        </a:spcBef>
                        <a:spcAft>
                          <a:spcPct val="0"/>
                        </a:spcAft>
                        <a:buClr>
                          <a:schemeClr val="tx1"/>
                        </a:buClr>
                        <a:buSzTx/>
                        <a:buFont typeface="Monotype Sorts" pitchFamily="2" charset="2"/>
                        <a:buNone/>
                        <a:tabLst/>
                      </a:pPr>
                      <a:r>
                        <a:rPr kumimoji="0" lang="en-US" sz="1200" b="1" i="0" u="none" strike="noStrike" cap="none" normalizeH="0" baseline="0" noProof="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Preliminary ECCL or equivalent (in ECM approval is visible for all functions) with updates is submitted. </a:t>
                      </a:r>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cs typeface="+mn-cs"/>
                        </a:rPr>
                        <a:t>If there is a change exist in the cost communicated through CR  after CN analyzed, the Preliminary ECCL or equivalent must be submitted to CO or CL as well as to Sales Account Manager for approval. The approval should be provided via mail considering change Lead Time and customer MRD( Material required date)</a:t>
                      </a:r>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cs typeface="+mn-cs"/>
                        </a:rPr>
                        <a:t>If there is no change between CR and CN, preliminary ECCL or equivalent will not be sent to CO or CL and Sales again. </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41195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70"/>
          <p:cNvGraphicFramePr>
            <a:graphicFrameLocks/>
          </p:cNvGraphicFramePr>
          <p:nvPr>
            <p:extLst>
              <p:ext uri="{D42A27DB-BD31-4B8C-83A1-F6EECF244321}">
                <p14:modId xmlns:p14="http://schemas.microsoft.com/office/powerpoint/2010/main" val="4169096145"/>
              </p:ext>
            </p:extLst>
          </p:nvPr>
        </p:nvGraphicFramePr>
        <p:xfrm>
          <a:off x="228599" y="838200"/>
          <a:ext cx="8610601" cy="4200530"/>
        </p:xfrm>
        <a:graphic>
          <a:graphicData uri="http://schemas.openxmlformats.org/drawingml/2006/table">
            <a:tbl>
              <a:tblPr/>
              <a:tblGrid>
                <a:gridCol w="879753">
                  <a:extLst>
                    <a:ext uri="{9D8B030D-6E8A-4147-A177-3AD203B41FA5}">
                      <a16:colId xmlns:a16="http://schemas.microsoft.com/office/drawing/2014/main" val="20000"/>
                    </a:ext>
                  </a:extLst>
                </a:gridCol>
                <a:gridCol w="1787248">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447614">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490600">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9</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50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noProof="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According to note 8</a:t>
                      </a:r>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cs typeface="+mn-cs"/>
                        </a:rPr>
                        <a:t>Only when ME receive the approval from CO or CL, Interim ECCL or equivalent is issued .- only if project is not in ECM ( in ECM approval is visible for all functions).</a:t>
                      </a:r>
                    </a:p>
                    <a:p>
                      <a:pPr marL="685800" marR="0" lvl="1"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cs typeface="+mn-cs"/>
                        </a:rPr>
                        <a:t>The preliminary ECCL or equivalent is issued as Interim ECCL or equivalent. - only if project is not in ECM ( in ECM approval is visible for all functions).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It is recommended to include lead time of 2 days between CO, CL approval and Interim ECCL or equivalent submission</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85180256"/>
                  </a:ext>
                </a:extLst>
              </a:tr>
              <a:tr h="490600">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10</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999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0000"/>
                        </a:lnSpc>
                        <a:spcBef>
                          <a:spcPct val="30000"/>
                        </a:spcBef>
                        <a:spcAft>
                          <a:spcPct val="0"/>
                        </a:spcAft>
                        <a:buClr>
                          <a:schemeClr val="tx1"/>
                        </a:buClr>
                        <a:buSzTx/>
                        <a:buFont typeface="Arial" panose="020B0604020202020204" pitchFamily="34" charset="0"/>
                        <a:buChar char="•"/>
                        <a:tabLst/>
                        <a:defRPr/>
                      </a:pPr>
                      <a:r>
                        <a:rPr lang="en-US" sz="1200" dirty="0">
                          <a:cs typeface="+mn-cs"/>
                        </a:rPr>
                        <a:t>If CN came through ECM (Ref. E). ME informs project team about the change. ME must define which areas must be involved during the change implementation and define the team that will input in the system all the data needed.</a:t>
                      </a:r>
                    </a:p>
                    <a:p>
                      <a:pPr marL="171450" marR="0" lvl="0" indent="-171450" algn="l" defTabSz="914400" rtl="0" eaLnBrk="1" fontAlgn="base" latinLnBrk="0" hangingPunct="1">
                        <a:lnSpc>
                          <a:spcPct val="100000"/>
                        </a:lnSpc>
                        <a:spcBef>
                          <a:spcPct val="30000"/>
                        </a:spcBef>
                        <a:spcAft>
                          <a:spcPct val="0"/>
                        </a:spcAft>
                        <a:buClr>
                          <a:schemeClr val="tx1"/>
                        </a:buClr>
                        <a:buSzTx/>
                        <a:buFont typeface="Arial" panose="020B0604020202020204" pitchFamily="34" charset="0"/>
                        <a:buChar char="•"/>
                        <a:tabLst/>
                        <a:defRPr/>
                      </a:pPr>
                      <a:r>
                        <a:rPr lang="en-US" sz="1200" dirty="0">
                          <a:cs typeface="+mn-cs"/>
                        </a:rPr>
                        <a:t>At this time, the CIL shall define a change implementation planning with all required activities, dates and responsibilities to assure the correct modification on time. All the activities considered on the Ref. C must be considered for each Engineering Change. If there are tasks not applicable, NA should be written on the status. If locally there is no Checklist in place, Ref. C should be used. </a:t>
                      </a:r>
                    </a:p>
                    <a:p>
                      <a:pPr marL="171450" marR="0" lvl="0" indent="-171450" algn="l" defTabSz="914400" rtl="0" eaLnBrk="1" fontAlgn="base" latinLnBrk="0" hangingPunct="1">
                        <a:lnSpc>
                          <a:spcPct val="100000"/>
                        </a:lnSpc>
                        <a:spcBef>
                          <a:spcPct val="30000"/>
                        </a:spcBef>
                        <a:spcAft>
                          <a:spcPct val="0"/>
                        </a:spcAft>
                        <a:buClr>
                          <a:schemeClr val="tx1"/>
                        </a:buClr>
                        <a:buSzTx/>
                        <a:buFont typeface="Arial" panose="020B0604020202020204" pitchFamily="34" charset="0"/>
                        <a:buChar char="•"/>
                        <a:tabLst/>
                        <a:defRPr/>
                      </a:pPr>
                      <a:r>
                        <a:rPr lang="en-US" sz="1200" dirty="0">
                          <a:cs typeface="+mn-cs"/>
                        </a:rPr>
                        <a:t>ME Internal Document (</a:t>
                      </a:r>
                      <a:r>
                        <a:rPr lang="en-US" sz="1200" kern="1200" noProof="0" dirty="0">
                          <a:solidFill>
                            <a:schemeClr val="tx1"/>
                          </a:solidFill>
                          <a:latin typeface="+mn-lt"/>
                          <a:ea typeface="+mn-ea"/>
                          <a:cs typeface="+mn-cs"/>
                        </a:rPr>
                        <a:t>ECL or equivalent)</a:t>
                      </a:r>
                      <a:r>
                        <a:rPr lang="en-US" sz="1200" kern="1200" dirty="0">
                          <a:solidFill>
                            <a:schemeClr val="tx1"/>
                          </a:solidFill>
                          <a:latin typeface="+mn-lt"/>
                          <a:ea typeface="+mn-ea"/>
                          <a:cs typeface="+mn-cs"/>
                        </a:rPr>
                        <a:t> are any document</a:t>
                      </a:r>
                      <a:r>
                        <a:rPr lang="en-US" sz="1200" dirty="0">
                          <a:cs typeface="+mn-cs"/>
                        </a:rPr>
                        <a:t>(s) issued by ME (CIL) to inform project team about the details of the change; which are prepared by transferring data from original CN and for which there is possibility to make mistake while transferring data from CN.</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35713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A558-8B63-C5AB-FEC2-D6A6C49C1E34}"/>
            </a:ext>
          </a:extLst>
        </p:cNvPr>
        <p:cNvGrpSpPr/>
        <p:nvPr/>
      </p:nvGrpSpPr>
      <p:grpSpPr>
        <a:xfrm>
          <a:off x="0" y="0"/>
          <a:ext cx="0" cy="0"/>
          <a:chOff x="0" y="0"/>
          <a:chExt cx="0" cy="0"/>
        </a:xfrm>
      </p:grpSpPr>
      <p:graphicFrame>
        <p:nvGraphicFramePr>
          <p:cNvPr id="4" name="Group 70">
            <a:extLst>
              <a:ext uri="{FF2B5EF4-FFF2-40B4-BE49-F238E27FC236}">
                <a16:creationId xmlns:a16="http://schemas.microsoft.com/office/drawing/2014/main" id="{C3488677-0B92-7290-BDC4-BE581776E072}"/>
              </a:ext>
            </a:extLst>
          </p:cNvPr>
          <p:cNvGraphicFramePr>
            <a:graphicFrameLocks/>
          </p:cNvGraphicFramePr>
          <p:nvPr>
            <p:extLst>
              <p:ext uri="{D42A27DB-BD31-4B8C-83A1-F6EECF244321}">
                <p14:modId xmlns:p14="http://schemas.microsoft.com/office/powerpoint/2010/main" val="1211332631"/>
              </p:ext>
            </p:extLst>
          </p:nvPr>
        </p:nvGraphicFramePr>
        <p:xfrm>
          <a:off x="228600" y="914401"/>
          <a:ext cx="8610601" cy="5181599"/>
        </p:xfrm>
        <a:graphic>
          <a:graphicData uri="http://schemas.openxmlformats.org/drawingml/2006/table">
            <a:tbl>
              <a:tblPr/>
              <a:tblGrid>
                <a:gridCol w="879753">
                  <a:extLst>
                    <a:ext uri="{9D8B030D-6E8A-4147-A177-3AD203B41FA5}">
                      <a16:colId xmlns:a16="http://schemas.microsoft.com/office/drawing/2014/main" val="20000"/>
                    </a:ext>
                  </a:extLst>
                </a:gridCol>
                <a:gridCol w="1787248">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8341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127390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tx1"/>
                          </a:solidFill>
                          <a:effectLst/>
                          <a:latin typeface="+mn-lt"/>
                        </a:rPr>
                        <a:t>11</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4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100000"/>
                        </a:lnSpc>
                        <a:spcBef>
                          <a:spcPct val="30000"/>
                        </a:spcBef>
                        <a:spcAft>
                          <a:spcPct val="0"/>
                        </a:spcAft>
                        <a:buClr>
                          <a:schemeClr val="tx1"/>
                        </a:buClr>
                        <a:buSzTx/>
                        <a:buFont typeface="Arial" panose="020B0604020202020204" pitchFamily="34" charset="0"/>
                        <a:buChar char="•"/>
                        <a:tabLst/>
                        <a:defRPr/>
                      </a:pPr>
                      <a:r>
                        <a:rPr lang="en-US" sz="1200" dirty="0">
                          <a:cs typeface="+mn-cs"/>
                        </a:rPr>
                        <a:t>The ME internal document </a:t>
                      </a:r>
                      <a:r>
                        <a:rPr lang="en-US" sz="1200" kern="1200" dirty="0">
                          <a:solidFill>
                            <a:schemeClr val="tx1"/>
                          </a:solidFill>
                          <a:latin typeface="+mn-lt"/>
                          <a:ea typeface="+mn-ea"/>
                          <a:cs typeface="+mn-cs"/>
                        </a:rPr>
                        <a:t>(</a:t>
                      </a:r>
                      <a:r>
                        <a:rPr lang="en-US" sz="1200" kern="1200" noProof="0" dirty="0">
                          <a:solidFill>
                            <a:schemeClr val="tx1"/>
                          </a:solidFill>
                          <a:latin typeface="+mn-lt"/>
                          <a:ea typeface="+mn-ea"/>
                          <a:cs typeface="+mn-cs"/>
                        </a:rPr>
                        <a:t>ECL or equivalent) </a:t>
                      </a:r>
                      <a:r>
                        <a:rPr lang="en-US" sz="1200" kern="1200" dirty="0">
                          <a:solidFill>
                            <a:schemeClr val="tx1"/>
                          </a:solidFill>
                          <a:latin typeface="+mn-lt"/>
                          <a:ea typeface="+mn-ea"/>
                          <a:cs typeface="+mn-cs"/>
                        </a:rPr>
                        <a:t>must </a:t>
                      </a:r>
                      <a:r>
                        <a:rPr lang="en-US" sz="1200" dirty="0">
                          <a:cs typeface="+mn-cs"/>
                        </a:rPr>
                        <a:t>be checked and approved at minimum with one step of control by  ME project leader of the same or another project. Aim of the approval is to assure that internal document(s) is correct according to CN; no mistakes are done during transfer of info from CN.  Approval should also have a written evidence by e-mail from the approver.</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424629748"/>
                  </a:ext>
                </a:extLst>
              </a:tr>
              <a:tr h="127390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12</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47738" rtl="0" eaLnBrk="1" fontAlgn="base" latinLnBrk="0" hangingPunct="1">
                        <a:lnSpc>
                          <a:spcPct val="450000"/>
                        </a:lnSpc>
                        <a:spcBef>
                          <a:spcPct val="30000"/>
                        </a:spcBef>
                        <a:spcAft>
                          <a:spcPct val="0"/>
                        </a:spcAft>
                        <a:buClr>
                          <a:schemeClr val="tx1"/>
                        </a:buClr>
                        <a:buSzTx/>
                        <a:buFont typeface="Monotype Sorts" pitchFamily="2" charset="2"/>
                        <a:buNone/>
                        <a:tabLst/>
                      </a:pPr>
                      <a:r>
                        <a:rPr kumimoji="0" lang="en-US" sz="1200" b="1" i="0" u="none" strike="noStrike" cap="none" normalizeH="0" baseline="0" noProof="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indent="-171450" algn="just" defTabSz="914400" eaLnBrk="1" hangingPunct="1">
                        <a:buFont typeface="Arial" panose="020B0604020202020204" pitchFamily="34" charset="0"/>
                        <a:buChar char="•"/>
                        <a:defRPr/>
                      </a:pPr>
                      <a:r>
                        <a:rPr lang="en-US" sz="1200" dirty="0">
                          <a:cs typeface="+mn-cs"/>
                        </a:rPr>
                        <a:t>During these meetings, all the tasks related to the change implementation (ECCL) or equivalent must be reviewed within the Project Team, to assure that everything will be done before the implementation date.</a:t>
                      </a:r>
                    </a:p>
                    <a:p>
                      <a:pPr marL="171450" indent="-171450" algn="just" defTabSz="914400" eaLnBrk="1" hangingPunct="1">
                        <a:buFont typeface="Arial" panose="020B0604020202020204" pitchFamily="34" charset="0"/>
                        <a:buChar char="•"/>
                        <a:defRPr/>
                      </a:pPr>
                      <a:r>
                        <a:rPr lang="en-US" sz="1200" dirty="0">
                          <a:cs typeface="+mn-cs"/>
                        </a:rPr>
                        <a:t>In the case that ECM system (Ref. E) is being used, all the task owners previously assigned, must assure that their tasks are closed (sign-off done).</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238650">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13</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47738" rtl="0" eaLnBrk="1" fontAlgn="base" latinLnBrk="0" hangingPunct="1">
                        <a:lnSpc>
                          <a:spcPct val="500000"/>
                        </a:lnSpc>
                        <a:spcBef>
                          <a:spcPct val="30000"/>
                        </a:spcBef>
                        <a:spcAft>
                          <a:spcPct val="0"/>
                        </a:spcAft>
                        <a:buClr>
                          <a:schemeClr val="tx1"/>
                        </a:buClr>
                        <a:buSzTx/>
                        <a:buFont typeface="Monotype Sorts" pitchFamily="2" charset="2"/>
                        <a:buNone/>
                        <a:tabLst/>
                      </a:pPr>
                      <a:r>
                        <a:rPr kumimoji="0" lang="en-US" sz="1200" b="1" i="0" u="none" strike="noStrike" cap="none" normalizeH="0" baseline="0" noProof="0" dirty="0">
                          <a:ln>
                            <a:noFill/>
                          </a:ln>
                          <a:solidFill>
                            <a:schemeClr val="tx1"/>
                          </a:solidFill>
                          <a:effectLst/>
                          <a:latin typeface="Arial" charset="0"/>
                        </a:rPr>
                        <a:t>PC</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The responsibility to coordinate E&amp;O material identification and disposition lies with PC.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 If E&amp;O costs approved in CR phase are bigger than ones estimated before CN implementation, Plant Manager and PC Operation Manager should be notified.</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  If E&amp;O costs are between 5k and 50k Euro, PC team should notify Plant Manager and PC Operation Manager.</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   If E&amp;O costs are above 50k Euro, PC team should notify Regional Director and PC Director.</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866903">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14</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35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noProof="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First harness must be checked from harness drawing which is approved by customer satisfaction authority according to the original CN. </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 All problems detected must be analyzed to eliminate their causes and correct the process, if needed.</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36466059"/>
                  </a:ext>
                </a:extLst>
              </a:tr>
            </a:tbl>
          </a:graphicData>
        </a:graphic>
      </p:graphicFrame>
    </p:spTree>
    <p:extLst>
      <p:ext uri="{BB962C8B-B14F-4D97-AF65-F5344CB8AC3E}">
        <p14:creationId xmlns:p14="http://schemas.microsoft.com/office/powerpoint/2010/main" val="1258761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32878-63E3-5F2F-5A14-CA0FC9CB430C}"/>
            </a:ext>
          </a:extLst>
        </p:cNvPr>
        <p:cNvGrpSpPr/>
        <p:nvPr/>
      </p:nvGrpSpPr>
      <p:grpSpPr>
        <a:xfrm>
          <a:off x="0" y="0"/>
          <a:ext cx="0" cy="0"/>
          <a:chOff x="0" y="0"/>
          <a:chExt cx="0" cy="0"/>
        </a:xfrm>
      </p:grpSpPr>
      <p:graphicFrame>
        <p:nvGraphicFramePr>
          <p:cNvPr id="4" name="Group 70">
            <a:extLst>
              <a:ext uri="{FF2B5EF4-FFF2-40B4-BE49-F238E27FC236}">
                <a16:creationId xmlns:a16="http://schemas.microsoft.com/office/drawing/2014/main" id="{082857F8-4B20-1670-6918-89E6E52AD2E5}"/>
              </a:ext>
            </a:extLst>
          </p:cNvPr>
          <p:cNvGraphicFramePr>
            <a:graphicFrameLocks/>
          </p:cNvGraphicFramePr>
          <p:nvPr>
            <p:extLst>
              <p:ext uri="{D42A27DB-BD31-4B8C-83A1-F6EECF244321}">
                <p14:modId xmlns:p14="http://schemas.microsoft.com/office/powerpoint/2010/main" val="2272670581"/>
              </p:ext>
            </p:extLst>
          </p:nvPr>
        </p:nvGraphicFramePr>
        <p:xfrm>
          <a:off x="228600" y="914401"/>
          <a:ext cx="8610601" cy="3802793"/>
        </p:xfrm>
        <a:graphic>
          <a:graphicData uri="http://schemas.openxmlformats.org/drawingml/2006/table">
            <a:tbl>
              <a:tblPr/>
              <a:tblGrid>
                <a:gridCol w="879753">
                  <a:extLst>
                    <a:ext uri="{9D8B030D-6E8A-4147-A177-3AD203B41FA5}">
                      <a16:colId xmlns:a16="http://schemas.microsoft.com/office/drawing/2014/main" val="20000"/>
                    </a:ext>
                  </a:extLst>
                </a:gridCol>
                <a:gridCol w="1787248">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32398">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Process Step #</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Owner</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Requirements and/or Additional Details</a:t>
                      </a:r>
                    </a:p>
                  </a:txBody>
                  <a:tcPr marL="85864" marR="85864" marT="42117" marB="4211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245766">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17</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14400" rtl="0" eaLnBrk="1" fontAlgn="base" latinLnBrk="0" hangingPunct="1">
                        <a:lnSpc>
                          <a:spcPct val="100000"/>
                        </a:lnSpc>
                        <a:spcBef>
                          <a:spcPct val="30000"/>
                        </a:spcBef>
                        <a:spcAft>
                          <a:spcPct val="0"/>
                        </a:spcAft>
                        <a:buClr>
                          <a:schemeClr val="tx1"/>
                        </a:buClr>
                        <a:buSzTx/>
                        <a:buFont typeface="Monotype Sorts" pitchFamily="2" charset="2"/>
                        <a:buNone/>
                        <a:tabLst/>
                        <a:defRPr/>
                      </a:pPr>
                      <a:endParaRPr kumimoji="0" lang="en-US" sz="1200" b="1" i="0" u="none" strike="noStrike" cap="none" normalizeH="0" baseline="0" noProof="0" dirty="0">
                        <a:ln>
                          <a:noFill/>
                        </a:ln>
                        <a:solidFill>
                          <a:schemeClr val="tx1"/>
                        </a:solidFill>
                        <a:effectLst/>
                        <a:latin typeface="Arial" charset="0"/>
                      </a:endParaRPr>
                    </a:p>
                    <a:p>
                      <a:pPr marL="0" marR="0" lvl="0" indent="0" algn="ctr" defTabSz="914400" rtl="0" eaLnBrk="1" fontAlgn="base" latinLnBrk="0" hangingPunct="1">
                        <a:lnSpc>
                          <a:spcPct val="70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noProof="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cs typeface="+mn-cs"/>
                        </a:rPr>
                        <a:t>The final distribution of the ECCL (Ref. D) or equivalent (Actual OTC from ECM) will be made after CIL has gathered all pertinent change implementation information, but no later than two weeks after the change has been implemented in the plant, </a:t>
                      </a:r>
                      <a:r>
                        <a:rPr lang="en-US" sz="1200" dirty="0">
                          <a:cs typeface="+mn-cs"/>
                        </a:rPr>
                        <a:t>with the input of the real costs and dates per each engineering change or set of engineering changes which have the same implementation date according to the new phase/Model Year change/ Facelift.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cs typeface="+mn-cs"/>
                        </a:rPr>
                        <a:t>The package of Final ECCL or equivalent should have the lists if available with all changes for which ECCL is created, leads for Scrap with quantity and costs, obsolete components with quantity and costs, new equipment  with costs.)</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cs typeface="+mn-cs"/>
                        </a:rPr>
                        <a:t>For the temporary changes occurred in prototype phase and if there is a need to use alternative method / process / equipment or material, permit procedure should be followed (Ref. F)</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713539756"/>
                  </a:ext>
                </a:extLst>
              </a:tr>
              <a:tr h="245766">
                <a:tc>
                  <a:txBody>
                    <a:bodyPr/>
                    <a:lstStyle/>
                    <a:p>
                      <a:pPr marL="0" marR="0" lvl="0" indent="0" algn="ctr" defTabSz="914400" rtl="0" eaLnBrk="1" fontAlgn="base" latinLnBrk="0" hangingPunct="1">
                        <a:lnSpc>
                          <a:spcPct val="100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18</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47738" rtl="0" eaLnBrk="1" fontAlgn="base" latinLnBrk="0" hangingPunct="1">
                        <a:lnSpc>
                          <a:spcPct val="10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t>Compliance with additional identification change in the packaging, if  required.</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823909">
                <a:tc>
                  <a:txBody>
                    <a:bodyPr/>
                    <a:lstStyle/>
                    <a:p>
                      <a:pPr marL="0" marR="0" lvl="0" indent="0" algn="ctr" defTabSz="914400"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400" b="1" i="0" u="none" strike="noStrike" cap="none" normalizeH="0" baseline="0" dirty="0">
                          <a:ln>
                            <a:noFill/>
                          </a:ln>
                          <a:solidFill>
                            <a:schemeClr val="tx1"/>
                          </a:solidFill>
                          <a:effectLst/>
                          <a:latin typeface="+mn-lt"/>
                        </a:rPr>
                        <a:t>21</a:t>
                      </a:r>
                    </a:p>
                  </a:txBody>
                  <a:tcPr marL="85864" marR="85864" marT="42117" marB="4211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7D1CF">
                        <a:alpha val="25098"/>
                      </a:srgbClr>
                    </a:solidFill>
                  </a:tcPr>
                </a:tc>
                <a:tc>
                  <a:txBody>
                    <a:bodyPr/>
                    <a:lstStyle/>
                    <a:p>
                      <a:pPr marL="0" marR="0" lvl="0" indent="0" algn="ctr" defTabSz="947738" rtl="0" eaLnBrk="1" fontAlgn="base" latinLnBrk="0" hangingPunct="1">
                        <a:lnSpc>
                          <a:spcPct val="300000"/>
                        </a:lnSpc>
                        <a:spcBef>
                          <a:spcPct val="30000"/>
                        </a:spcBef>
                        <a:spcAft>
                          <a:spcPct val="0"/>
                        </a:spcAft>
                        <a:buClr>
                          <a:schemeClr val="tx1"/>
                        </a:buClr>
                        <a:buSzTx/>
                        <a:buFont typeface="Monotype Sorts" pitchFamily="2" charset="2"/>
                        <a:buNone/>
                        <a:tabLst/>
                        <a:defRPr/>
                      </a:pPr>
                      <a:r>
                        <a:rPr kumimoji="0" lang="en-US" sz="1200" b="1" i="0" u="none" strike="noStrike" cap="none" normalizeH="0" baseline="0" noProof="0" dirty="0">
                          <a:ln>
                            <a:noFill/>
                          </a:ln>
                          <a:solidFill>
                            <a:schemeClr val="tx1"/>
                          </a:solidFill>
                          <a:effectLst/>
                          <a:latin typeface="Arial" charset="0"/>
                        </a:rPr>
                        <a:t>ME (CIL)</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171450" indent="-171450" eaLnBrk="1" hangingPunct="1">
                        <a:lnSpc>
                          <a:spcPct val="87000"/>
                        </a:lnSpc>
                        <a:spcBef>
                          <a:spcPct val="30000"/>
                        </a:spcBef>
                        <a:buClr>
                          <a:schemeClr val="tx1"/>
                        </a:buClr>
                        <a:buFont typeface="Arial" panose="020B0604020202020204" pitchFamily="34" charset="0"/>
                        <a:buChar char="•"/>
                      </a:pPr>
                      <a:r>
                        <a:rPr lang="en-US" sz="1200" dirty="0">
                          <a:solidFill>
                            <a:srgbClr val="000000"/>
                          </a:solidFill>
                        </a:rPr>
                        <a:t>If ECM is not used, ME </a:t>
                      </a:r>
                      <a:r>
                        <a:rPr lang="en-US" sz="1200" dirty="0"/>
                        <a:t>must inform if the change is not feasible as « NO (N)» via e-mail to CO or CL. ME need to justify the reason and feasibility study checklist must be sent to CO or CL. </a:t>
                      </a:r>
                    </a:p>
                    <a:p>
                      <a:pPr marL="171450" indent="-171450" eaLnBrk="1" hangingPunct="1">
                        <a:lnSpc>
                          <a:spcPct val="87000"/>
                        </a:lnSpc>
                        <a:spcBef>
                          <a:spcPct val="30000"/>
                        </a:spcBef>
                        <a:buClr>
                          <a:schemeClr val="tx1"/>
                        </a:buClr>
                        <a:buFont typeface="Arial" panose="020B0604020202020204" pitchFamily="34" charset="0"/>
                        <a:buChar char="•"/>
                      </a:pPr>
                      <a:r>
                        <a:rPr lang="en-US" sz="1200" dirty="0"/>
                        <a:t>If ECM is used, CO receives feasibility status after Feasibility check completion.</a:t>
                      </a:r>
                    </a:p>
                  </a:txBody>
                  <a:tcPr marL="85864" marR="85864" marT="42117" marB="4211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357738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41">
            <a:extLst>
              <a:ext uri="{FF2B5EF4-FFF2-40B4-BE49-F238E27FC236}">
                <a16:creationId xmlns:a16="http://schemas.microsoft.com/office/drawing/2014/main" id="{405E16EA-9F90-C8ED-D030-170BA2765C35}"/>
              </a:ext>
            </a:extLst>
          </p:cNvPr>
          <p:cNvSpPr txBox="1">
            <a:spLocks noChangeArrowheads="1"/>
          </p:cNvSpPr>
          <p:nvPr/>
        </p:nvSpPr>
        <p:spPr bwMode="auto">
          <a:xfrm>
            <a:off x="241689" y="533400"/>
            <a:ext cx="8458200" cy="69249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spcBef>
                <a:spcPct val="20000"/>
              </a:spcBef>
              <a:buFont typeface="Arial" pitchFamily="34" charset="0"/>
              <a:buChar char="•"/>
              <a:defRPr sz="3200">
                <a:solidFill>
                  <a:schemeClr val="tx1"/>
                </a:solidFill>
                <a:latin typeface="Calibri" pitchFamily="34" charset="0"/>
              </a:defRPr>
            </a:lvl1pPr>
            <a:lvl2pPr marL="742950" indent="-285750">
              <a:spcBef>
                <a:spcPct val="20000"/>
              </a:spcBef>
              <a:buFont typeface="Arial" pitchFamily="34" charset="0"/>
              <a:buChar char="–"/>
              <a:defRPr sz="2800">
                <a:solidFill>
                  <a:schemeClr val="tx1"/>
                </a:solidFill>
                <a:latin typeface="Calibri" pitchFamily="34" charset="0"/>
              </a:defRPr>
            </a:lvl2pPr>
            <a:lvl3pPr marL="1143000" indent="-228600">
              <a:spcBef>
                <a:spcPct val="20000"/>
              </a:spcBef>
              <a:buFont typeface="Arial" pitchFamily="34" charset="0"/>
              <a:buChar char="•"/>
              <a:defRPr sz="2400">
                <a:solidFill>
                  <a:schemeClr val="tx1"/>
                </a:solidFill>
                <a:latin typeface="Calibri" pitchFamily="34" charset="0"/>
              </a:defRPr>
            </a:lvl3pPr>
            <a:lvl4pPr marL="1600200" indent="-228600">
              <a:spcBef>
                <a:spcPct val="20000"/>
              </a:spcBef>
              <a:buFont typeface="Arial" pitchFamily="34" charset="0"/>
              <a:buChar char="–"/>
              <a:defRPr sz="2000">
                <a:solidFill>
                  <a:schemeClr val="tx1"/>
                </a:solidFill>
                <a:latin typeface="Calibri" pitchFamily="34" charset="0"/>
              </a:defRPr>
            </a:lvl4pPr>
            <a:lvl5pPr marL="2057400" indent="-228600">
              <a:spcBef>
                <a:spcPct val="20000"/>
              </a:spcBef>
              <a:buFont typeface="Arial" pitchFamily="34" charset="0"/>
              <a:buChar char="»"/>
              <a:defRPr sz="2000">
                <a:solidFill>
                  <a:schemeClr val="tx1"/>
                </a:solidFill>
                <a:latin typeface="Calibri" pitchFamily="34" charset="0"/>
              </a:defRPr>
            </a:lvl5pPr>
            <a:lvl6pPr marL="2514600" indent="-228600" fontAlgn="base">
              <a:spcBef>
                <a:spcPct val="20000"/>
              </a:spcBef>
              <a:spcAft>
                <a:spcPct val="0"/>
              </a:spcAft>
              <a:buFont typeface="Arial" pitchFamily="34" charset="0"/>
              <a:buChar char="»"/>
              <a:defRPr sz="2000">
                <a:solidFill>
                  <a:schemeClr val="tx1"/>
                </a:solidFill>
                <a:latin typeface="Calibri" pitchFamily="34" charset="0"/>
              </a:defRPr>
            </a:lvl6pPr>
            <a:lvl7pPr marL="2971800" indent="-228600" fontAlgn="base">
              <a:spcBef>
                <a:spcPct val="20000"/>
              </a:spcBef>
              <a:spcAft>
                <a:spcPct val="0"/>
              </a:spcAft>
              <a:buFont typeface="Arial" pitchFamily="34" charset="0"/>
              <a:buChar char="»"/>
              <a:defRPr sz="2000">
                <a:solidFill>
                  <a:schemeClr val="tx1"/>
                </a:solidFill>
                <a:latin typeface="Calibri" pitchFamily="34" charset="0"/>
              </a:defRPr>
            </a:lvl7pPr>
            <a:lvl8pPr marL="3429000" indent="-228600" fontAlgn="base">
              <a:spcBef>
                <a:spcPct val="20000"/>
              </a:spcBef>
              <a:spcAft>
                <a:spcPct val="0"/>
              </a:spcAft>
              <a:buFont typeface="Arial" pitchFamily="34" charset="0"/>
              <a:buChar char="»"/>
              <a:defRPr sz="2000">
                <a:solidFill>
                  <a:schemeClr val="tx1"/>
                </a:solidFill>
                <a:latin typeface="Calibri" pitchFamily="34" charset="0"/>
              </a:defRPr>
            </a:lvl8pPr>
            <a:lvl9pPr marL="3886200" indent="-228600" fontAlgn="base">
              <a:spcBef>
                <a:spcPct val="20000"/>
              </a:spcBef>
              <a:spcAft>
                <a:spcPct val="0"/>
              </a:spcAft>
              <a:buFont typeface="Arial" pitchFamily="34" charset="0"/>
              <a:buChar char="»"/>
              <a:defRPr sz="2000">
                <a:solidFill>
                  <a:schemeClr val="tx1"/>
                </a:solidFill>
                <a:latin typeface="Calibri" pitchFamily="34" charset="0"/>
              </a:defRPr>
            </a:lvl9pPr>
          </a:lstStyle>
          <a:p>
            <a:pPr>
              <a:spcBef>
                <a:spcPct val="50000"/>
              </a:spcBef>
              <a:buNone/>
            </a:pPr>
            <a:r>
              <a:rPr lang="en-US" sz="1800" b="1" dirty="0"/>
              <a:t>RASI  </a:t>
            </a:r>
            <a:r>
              <a:rPr lang="en-US" sz="1800" b="1" dirty="0">
                <a:solidFill>
                  <a:schemeClr val="bg1">
                    <a:lumMod val="65000"/>
                  </a:schemeClr>
                </a:solidFill>
              </a:rPr>
              <a:t>is mandatory  </a:t>
            </a:r>
          </a:p>
          <a:p>
            <a:pPr>
              <a:spcBef>
                <a:spcPct val="50000"/>
              </a:spcBef>
              <a:buFontTx/>
              <a:buNone/>
            </a:pPr>
            <a:endParaRPr lang="en-US" altLang="en-US" sz="1800" b="0" dirty="0">
              <a:solidFill>
                <a:schemeClr val="bg1">
                  <a:lumMod val="65000"/>
                </a:schemeClr>
              </a:solidFill>
              <a:latin typeface="Arial" pitchFamily="34" charset="0"/>
            </a:endParaRPr>
          </a:p>
        </p:txBody>
      </p:sp>
      <p:graphicFrame>
        <p:nvGraphicFramePr>
          <p:cNvPr id="5" name="Group 249">
            <a:extLst>
              <a:ext uri="{FF2B5EF4-FFF2-40B4-BE49-F238E27FC236}">
                <a16:creationId xmlns:a16="http://schemas.microsoft.com/office/drawing/2014/main" id="{9FDEE36C-0B9F-59E2-6222-DC7110F1653F}"/>
              </a:ext>
            </a:extLst>
          </p:cNvPr>
          <p:cNvGraphicFramePr>
            <a:graphicFrameLocks/>
          </p:cNvGraphicFramePr>
          <p:nvPr>
            <p:extLst>
              <p:ext uri="{D42A27DB-BD31-4B8C-83A1-F6EECF244321}">
                <p14:modId xmlns:p14="http://schemas.microsoft.com/office/powerpoint/2010/main" val="1251839838"/>
              </p:ext>
            </p:extLst>
          </p:nvPr>
        </p:nvGraphicFramePr>
        <p:xfrm>
          <a:off x="270374" y="879648"/>
          <a:ext cx="8631937" cy="5252342"/>
        </p:xfrm>
        <a:graphic>
          <a:graphicData uri="http://schemas.openxmlformats.org/drawingml/2006/table">
            <a:tbl>
              <a:tblPr/>
              <a:tblGrid>
                <a:gridCol w="2588469">
                  <a:extLst>
                    <a:ext uri="{9D8B030D-6E8A-4147-A177-3AD203B41FA5}">
                      <a16:colId xmlns:a16="http://schemas.microsoft.com/office/drawing/2014/main" val="20000"/>
                    </a:ext>
                  </a:extLst>
                </a:gridCol>
                <a:gridCol w="1418354">
                  <a:extLst>
                    <a:ext uri="{9D8B030D-6E8A-4147-A177-3AD203B41FA5}">
                      <a16:colId xmlns:a16="http://schemas.microsoft.com/office/drawing/2014/main" val="20001"/>
                    </a:ext>
                  </a:extLst>
                </a:gridCol>
                <a:gridCol w="1538147">
                  <a:extLst>
                    <a:ext uri="{9D8B030D-6E8A-4147-A177-3AD203B41FA5}">
                      <a16:colId xmlns:a16="http://schemas.microsoft.com/office/drawing/2014/main" val="2817907943"/>
                    </a:ext>
                  </a:extLst>
                </a:gridCol>
                <a:gridCol w="1545263">
                  <a:extLst>
                    <a:ext uri="{9D8B030D-6E8A-4147-A177-3AD203B41FA5}">
                      <a16:colId xmlns:a16="http://schemas.microsoft.com/office/drawing/2014/main" val="2203641711"/>
                    </a:ext>
                  </a:extLst>
                </a:gridCol>
                <a:gridCol w="1541704">
                  <a:extLst>
                    <a:ext uri="{9D8B030D-6E8A-4147-A177-3AD203B41FA5}">
                      <a16:colId xmlns:a16="http://schemas.microsoft.com/office/drawing/2014/main" val="4009615702"/>
                    </a:ext>
                  </a:extLst>
                </a:gridCol>
              </a:tblGrid>
              <a:tr h="724397">
                <a:tc>
                  <a:txBody>
                    <a:bodyPr/>
                    <a:lstStyle/>
                    <a:p>
                      <a:pPr algn="l"/>
                      <a:r>
                        <a:rPr lang="sv-SE" sz="1100" b="1" dirty="0">
                          <a:solidFill>
                            <a:schemeClr val="bg1"/>
                          </a:solidFill>
                        </a:rPr>
                        <a:t>Swimlane</a:t>
                      </a:r>
                      <a:endParaRPr lang="en-US" sz="1100" b="1" dirty="0">
                        <a:solidFill>
                          <a:schemeClr val="bg1"/>
                        </a:solidFill>
                      </a:endParaRPr>
                    </a:p>
                  </a:txBody>
                  <a:tcPr marL="85853" marR="85853" marT="42124" marB="42124"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a:solidFill>
                            <a:schemeClr val="bg1"/>
                          </a:solidFill>
                          <a:effectLst/>
                          <a:latin typeface="Calibri" panose="020F0502020204030204" pitchFamily="34" charset="0"/>
                        </a:rPr>
                        <a:t>R</a:t>
                      </a:r>
                      <a:r>
                        <a:rPr lang="en-US" sz="1100" b="0" i="0" u="none" strike="noStrike">
                          <a:solidFill>
                            <a:schemeClr val="bg1"/>
                          </a:solidFill>
                          <a:effectLst/>
                          <a:latin typeface="Calibri" panose="020F0502020204030204" pitchFamily="34" charset="0"/>
                        </a:rPr>
                        <a:t> - Those who do the work to complete the task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0" i="0" u="none" strike="noStrike">
                          <a:solidFill>
                            <a:schemeClr val="bg1"/>
                          </a:solidFill>
                          <a:effectLst/>
                          <a:latin typeface="Calibri" panose="020F0502020204030204" pitchFamily="34" charset="0"/>
                        </a:rPr>
                        <a:t>A - There must be only one accountable specified for each process output (process owner)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a:solidFill>
                            <a:schemeClr val="bg1"/>
                          </a:solidFill>
                          <a:effectLst/>
                          <a:latin typeface="Calibri" panose="020F0502020204030204" pitchFamily="34" charset="0"/>
                        </a:rPr>
                        <a:t>C</a:t>
                      </a:r>
                      <a:r>
                        <a:rPr lang="en-US" sz="1100" b="0" i="0" u="none" strike="noStrike">
                          <a:solidFill>
                            <a:schemeClr val="bg1"/>
                          </a:solidFill>
                          <a:effectLst/>
                          <a:latin typeface="Calibri" panose="020F0502020204030204" pitchFamily="34" charset="0"/>
                        </a:rPr>
                        <a:t> - Gives consultant and support based on needs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i="0" u="none" strike="noStrike" dirty="0">
                          <a:solidFill>
                            <a:schemeClr val="bg1"/>
                          </a:solidFill>
                          <a:effectLst/>
                          <a:latin typeface="Calibri" panose="020F0502020204030204" pitchFamily="34" charset="0"/>
                        </a:rPr>
                        <a:t>I </a:t>
                      </a:r>
                      <a:r>
                        <a:rPr lang="en-US" sz="1100" b="0" i="0" u="none" strike="noStrike" dirty="0">
                          <a:solidFill>
                            <a:schemeClr val="bg1"/>
                          </a:solidFill>
                          <a:effectLst/>
                          <a:latin typeface="Calibri" panose="020F0502020204030204" pitchFamily="34" charset="0"/>
                        </a:rPr>
                        <a:t>- Should be informed about the output, escalation, monitoring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239473">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Manufacturing Engineering</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0"/>
                        </a:spcAft>
                        <a:buClrTx/>
                        <a:buSzTx/>
                        <a:buFontTx/>
                        <a:buNone/>
                        <a:tabLst/>
                      </a:pPr>
                      <a:r>
                        <a:rPr kumimoji="0" lang="sv-SE"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0"/>
                        </a:spcAft>
                        <a:buClrTx/>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0"/>
                        </a:spcAft>
                        <a:buClrTx/>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0" fontAlgn="base" latinLnBrk="0" hangingPunct="0">
                        <a:lnSpc>
                          <a:spcPct val="100000"/>
                        </a:lnSpc>
                        <a:spcBef>
                          <a:spcPct val="0"/>
                        </a:spcBef>
                        <a:spcAft>
                          <a:spcPct val="0"/>
                        </a:spcAft>
                        <a:buClrTx/>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97498">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Environmental Health ＆ Safety-Corp.</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62139979"/>
                  </a:ext>
                </a:extLst>
              </a:tr>
              <a:tr h="297498">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Customer Satisfaction</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6527379"/>
                  </a:ext>
                </a:extLst>
              </a:tr>
              <a:tr h="297498">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Production Control</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3533577"/>
                  </a:ext>
                </a:extLst>
              </a:tr>
              <a:tr h="297498">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Product Engineering</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607805"/>
                  </a:ext>
                </a:extLst>
              </a:tr>
              <a:tr h="297498">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Manufacturing</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4259833"/>
                  </a:ext>
                </a:extLst>
              </a:tr>
              <a:tr h="297498">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Human Resources</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62974859"/>
                  </a:ext>
                </a:extLst>
              </a:tr>
              <a:tr h="297498">
                <a:tc>
                  <a:txBody>
                    <a:bodyPr/>
                    <a:lstStyle/>
                    <a:p>
                      <a:pPr algn="l" rtl="0" fontAlgn="base">
                        <a:lnSpc>
                          <a:spcPts val="750"/>
                        </a:lnSpc>
                        <a:buNone/>
                      </a:pPr>
                      <a:r>
                        <a:rPr lang="en-US" sz="1100" b="0" i="0" u="none" strike="noStrike" dirty="0">
                          <a:solidFill>
                            <a:srgbClr val="000000"/>
                          </a:solidFill>
                          <a:effectLst/>
                          <a:latin typeface="Arial" panose="020B0604020202020204" pitchFamily="34" charset="0"/>
                        </a:rPr>
                        <a:t>SCM Commercial (SC)</a:t>
                      </a:r>
                      <a:r>
                        <a:rPr lang="en-US" sz="1100" b="0" i="0" dirty="0">
                          <a:solidFill>
                            <a:srgbClr val="38353F"/>
                          </a:solidFill>
                          <a:effectLst/>
                          <a:latin typeface="Arial" panose="020B0604020202020204" pitchFamily="34" charset="0"/>
                        </a:rPr>
                        <a:t>​</a:t>
                      </a:r>
                      <a:endParaRPr lang="en-US" sz="1100" b="0" i="0" dirty="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defRPr/>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7196">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Sales</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45633">
                <a:tc>
                  <a:txBody>
                    <a:bodyPr/>
                    <a:lstStyle/>
                    <a:p>
                      <a:pPr algn="l" rtl="0" fontAlgn="base">
                        <a:lnSpc>
                          <a:spcPts val="750"/>
                        </a:lnSpc>
                        <a:buNone/>
                      </a:pPr>
                      <a:r>
                        <a:rPr lang="en-US" sz="1100" b="0" i="0" u="none" strike="noStrike" dirty="0">
                          <a:solidFill>
                            <a:srgbClr val="000000"/>
                          </a:solidFill>
                          <a:effectLst/>
                          <a:latin typeface="Arial" panose="020B0604020202020204" pitchFamily="34" charset="0"/>
                        </a:rPr>
                        <a:t>SCM Logistics (SL)</a:t>
                      </a:r>
                      <a:r>
                        <a:rPr lang="en-US" sz="1100" b="0" i="0" dirty="0">
                          <a:solidFill>
                            <a:srgbClr val="38353F"/>
                          </a:solidFill>
                          <a:effectLst/>
                          <a:latin typeface="Arial" panose="020B0604020202020204" pitchFamily="34" charset="0"/>
                        </a:rPr>
                        <a:t>​</a:t>
                      </a:r>
                      <a:endParaRPr lang="en-US" sz="1100" b="0" i="0" dirty="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1684">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Finance</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0291">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Program Management</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0291">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Global Security</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0291">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Information Technology</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r>
                        <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X</a:t>
                      </a: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0291">
                <a:tc>
                  <a:txBody>
                    <a:bodyPr/>
                    <a:lstStyle/>
                    <a:p>
                      <a:pPr algn="l" rtl="0" fontAlgn="base">
                        <a:lnSpc>
                          <a:spcPts val="750"/>
                        </a:lnSpc>
                        <a:buNone/>
                      </a:pPr>
                      <a:r>
                        <a:rPr lang="en-US" sz="1100" b="0" i="0" u="none" strike="noStrike">
                          <a:solidFill>
                            <a:srgbClr val="000000"/>
                          </a:solidFill>
                          <a:effectLst/>
                          <a:latin typeface="Arial" panose="020B0604020202020204" pitchFamily="34" charset="0"/>
                        </a:rPr>
                        <a:t>Legal</a:t>
                      </a:r>
                      <a:r>
                        <a:rPr lang="en-US" sz="1100" b="0" i="0">
                          <a:solidFill>
                            <a:srgbClr val="38353F"/>
                          </a:solidFill>
                          <a:effectLst/>
                          <a:latin typeface="Arial" panose="020B0604020202020204" pitchFamily="34" charset="0"/>
                        </a:rPr>
                        <a:t>​</a:t>
                      </a:r>
                      <a:endParaRPr lang="en-US" sz="1100" b="0" i="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0291">
                <a:tc>
                  <a:txBody>
                    <a:bodyPr/>
                    <a:lstStyle/>
                    <a:p>
                      <a:pPr algn="l" rtl="0" fontAlgn="base">
                        <a:lnSpc>
                          <a:spcPts val="750"/>
                        </a:lnSpc>
                        <a:buNone/>
                      </a:pPr>
                      <a:r>
                        <a:rPr lang="en-US" sz="1100" b="0" i="0" u="none" strike="noStrike" dirty="0">
                          <a:solidFill>
                            <a:srgbClr val="000000"/>
                          </a:solidFill>
                          <a:effectLst/>
                          <a:latin typeface="Arial" panose="020B0604020202020204" pitchFamily="34" charset="0"/>
                        </a:rPr>
                        <a:t>Global Trade &amp; Compliance</a:t>
                      </a:r>
                      <a:r>
                        <a:rPr lang="en-US" sz="1100" b="0" i="0" dirty="0">
                          <a:solidFill>
                            <a:srgbClr val="38353F"/>
                          </a:solidFill>
                          <a:effectLst/>
                          <a:latin typeface="Arial" panose="020B0604020202020204" pitchFamily="34" charset="0"/>
                        </a:rPr>
                        <a:t>​</a:t>
                      </a:r>
                      <a:endParaRPr lang="en-US" sz="1100" b="0" i="0" dirty="0">
                        <a:solidFill>
                          <a:srgbClr val="38353F"/>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Tx/>
                        <a:buNone/>
                        <a:tabLst/>
                      </a:pPr>
                      <a:endParaRPr kumimoji="0" 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85853" marR="85853" marT="42124" marB="421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75156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135"/>
          <p:cNvGraphicFramePr>
            <a:graphicFrameLocks/>
          </p:cNvGraphicFramePr>
          <p:nvPr>
            <p:extLst>
              <p:ext uri="{D42A27DB-BD31-4B8C-83A1-F6EECF244321}">
                <p14:modId xmlns:p14="http://schemas.microsoft.com/office/powerpoint/2010/main" val="646756718"/>
              </p:ext>
            </p:extLst>
          </p:nvPr>
        </p:nvGraphicFramePr>
        <p:xfrm>
          <a:off x="228600" y="914400"/>
          <a:ext cx="8686800" cy="5194366"/>
        </p:xfrm>
        <a:graphic>
          <a:graphicData uri="http://schemas.openxmlformats.org/drawingml/2006/table">
            <a:tbl>
              <a:tblPr/>
              <a:tblGrid>
                <a:gridCol w="1265505">
                  <a:extLst>
                    <a:ext uri="{9D8B030D-6E8A-4147-A177-3AD203B41FA5}">
                      <a16:colId xmlns:a16="http://schemas.microsoft.com/office/drawing/2014/main" val="20000"/>
                    </a:ext>
                  </a:extLst>
                </a:gridCol>
                <a:gridCol w="1265505">
                  <a:extLst>
                    <a:ext uri="{9D8B030D-6E8A-4147-A177-3AD203B41FA5}">
                      <a16:colId xmlns:a16="http://schemas.microsoft.com/office/drawing/2014/main" val="20001"/>
                    </a:ext>
                  </a:extLst>
                </a:gridCol>
                <a:gridCol w="4631791">
                  <a:extLst>
                    <a:ext uri="{9D8B030D-6E8A-4147-A177-3AD203B41FA5}">
                      <a16:colId xmlns:a16="http://schemas.microsoft.com/office/drawing/2014/main" val="20002"/>
                    </a:ext>
                  </a:extLst>
                </a:gridCol>
                <a:gridCol w="1523999">
                  <a:extLst>
                    <a:ext uri="{9D8B030D-6E8A-4147-A177-3AD203B41FA5}">
                      <a16:colId xmlns:a16="http://schemas.microsoft.com/office/drawing/2014/main" val="20003"/>
                    </a:ext>
                  </a:extLst>
                </a:gridCol>
              </a:tblGrid>
              <a:tr h="269036">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Release Date</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DCR Number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Change Details</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l"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Document Owner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392955">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pPr>
                      <a:r>
                        <a:rPr lang="en-US" sz="1100" dirty="0"/>
                        <a:t>13.11.2008</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defRPr/>
                      </a:pPr>
                      <a:r>
                        <a:rPr lang="en-US" altLang="en-US" sz="1100" dirty="0"/>
                        <a:t> </a:t>
                      </a:r>
                      <a:r>
                        <a:rPr lang="en-US" sz="1100" dirty="0"/>
                        <a:t>(</a:t>
                      </a:r>
                      <a:r>
                        <a:rPr lang="en-US" sz="1100" dirty="0">
                          <a:hlinkClick r:id="rId3"/>
                        </a:rPr>
                        <a:t>DCR G070</a:t>
                      </a:r>
                      <a:r>
                        <a:rPr lang="en-US" sz="1100" dirty="0"/>
                        <a:t>)</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indent="-171450">
                        <a:spcBef>
                          <a:spcPct val="50000"/>
                        </a:spcBef>
                        <a:buFont typeface="Arial" panose="020B0604020202020204" pitchFamily="34" charset="0"/>
                        <a:buChar char="•"/>
                      </a:pPr>
                      <a:r>
                        <a:rPr lang="en-US" sz="1050" dirty="0"/>
                        <a:t>Re-numbered and re-formatted according to EOS standards. Content is reviewed. Old numbers were DPEW EU-MEN 03.08.01-00.001 &amp; F1</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S. Uysal</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37449">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dirty="0"/>
                        <a:t>07.10.2011</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(No DCR)</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indent="-171450">
                        <a:spcBef>
                          <a:spcPct val="50000"/>
                        </a:spcBef>
                        <a:buFont typeface="Arial" panose="020B0604020202020204" pitchFamily="34" charset="0"/>
                        <a:buChar char="•"/>
                      </a:pPr>
                      <a:r>
                        <a:rPr lang="en-US" sz="1050" kern="1200" dirty="0">
                          <a:solidFill>
                            <a:schemeClr val="tx1"/>
                          </a:solidFill>
                          <a:latin typeface="Arial"/>
                          <a:ea typeface="+mn-ea"/>
                          <a:cs typeface="+mn-cs"/>
                        </a:rPr>
                        <a:t>Document owner changed from S. Uysal to 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lang="en-US" sz="1100" kern="1200" dirty="0">
                          <a:solidFill>
                            <a:schemeClr val="tx1"/>
                          </a:solidFill>
                          <a:latin typeface="Arial"/>
                          <a:ea typeface=""/>
                          <a:cs typeface=""/>
                        </a:rPr>
                        <a:t>F. Kulan</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3005">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lang="en-US" sz="1100" kern="1200" dirty="0">
                          <a:solidFill>
                            <a:schemeClr val="tx1"/>
                          </a:solidFill>
                          <a:latin typeface="Arial"/>
                        </a:rPr>
                        <a:t>14.08.2013</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en-US" sz="1100" dirty="0"/>
                        <a:t>(</a:t>
                      </a:r>
                      <a:r>
                        <a:rPr lang="en-US" sz="1100" dirty="0">
                          <a:hlinkClick r:id="rId4"/>
                        </a:rPr>
                        <a:t>DCR E13-10</a:t>
                      </a:r>
                      <a:r>
                        <a:rPr lang="en-US" sz="1100" dirty="0"/>
                        <a:t>)</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pPr>
                      <a:r>
                        <a:rPr lang="en-US" sz="1050" kern="1200" dirty="0">
                          <a:solidFill>
                            <a:schemeClr val="tx1"/>
                          </a:solidFill>
                          <a:latin typeface="Arial"/>
                        </a:rPr>
                        <a:t>Scope revised to cover Model Year  and procedure revised to clarify responsibilities for Excess and obsolete costs (Step 4~9 added, Step 10 reworded, Step 13 revised, Step 14-15 added, Notes 5-6-8 added and 10-11-13-14 revised, New definitions added</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en-US" sz="1100" kern="1200" dirty="0">
                          <a:solidFill>
                            <a:schemeClr val="tx1"/>
                          </a:solidFill>
                          <a:latin typeface="Arial"/>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03967">
                <a:tc>
                  <a:txBody>
                    <a:bodyPr/>
                    <a:lstStyle/>
                    <a:p>
                      <a:pPr marL="0" marR="0" lvl="0" indent="0" algn="ctr" defTabSz="947738" rtl="0" eaLnBrk="1" fontAlgn="base" latinLnBrk="0" hangingPunct="1">
                        <a:lnSpc>
                          <a:spcPct val="300000"/>
                        </a:lnSpc>
                        <a:spcBef>
                          <a:spcPct val="30000"/>
                        </a:spcBef>
                        <a:spcAft>
                          <a:spcPct val="0"/>
                        </a:spcAft>
                        <a:buClr>
                          <a:schemeClr val="tx1"/>
                        </a:buClr>
                        <a:buSzTx/>
                        <a:buFont typeface="Monotype Sorts" pitchFamily="2" charset="2"/>
                        <a:buNone/>
                        <a:tabLst/>
                      </a:pPr>
                      <a:r>
                        <a:rPr lang="en-US" sz="1100" kern="1200" dirty="0">
                          <a:solidFill>
                            <a:schemeClr val="tx1"/>
                          </a:solidFill>
                          <a:latin typeface="Arial"/>
                        </a:rPr>
                        <a:t>17.05.2015</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300000"/>
                        </a:lnSpc>
                        <a:spcBef>
                          <a:spcPct val="30000"/>
                        </a:spcBef>
                        <a:spcAft>
                          <a:spcPct val="0"/>
                        </a:spcAft>
                        <a:buClr>
                          <a:schemeClr val="tx1"/>
                        </a:buClr>
                        <a:buSzTx/>
                        <a:buFont typeface="Monotype Sorts" pitchFamily="2" charset="2"/>
                        <a:buNone/>
                        <a:tabLst/>
                        <a:defRPr/>
                      </a:pPr>
                      <a:r>
                        <a:rPr lang="en-US" sz="1100" dirty="0"/>
                        <a:t>(</a:t>
                      </a:r>
                      <a:r>
                        <a:rPr lang="en-US" sz="1100" dirty="0">
                          <a:hlinkClick r:id="rId5"/>
                        </a:rPr>
                        <a:t>DCR E15-06</a:t>
                      </a:r>
                      <a:r>
                        <a:rPr lang="en-US" sz="1100" dirty="0"/>
                        <a:t>)</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indent="-171450">
                        <a:buFont typeface="Arial" panose="020B0604020202020204" pitchFamily="34" charset="0"/>
                        <a:buChar char="•"/>
                      </a:pPr>
                      <a:r>
                        <a:rPr lang="en-US" sz="1050" dirty="0"/>
                        <a:t>Corrections of references in box 16 and note. Add interface D in boxes 6 and 8. Add question box between boxes 14 and 15. Add box 15 with note and  box 24. Correction of some formulas in ECCL form.  Two new items (75a and 79a) were added to the implementation checklist.</a:t>
                      </a:r>
                      <a:endParaRPr kumimoji="0" lang="en-US" sz="105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300000"/>
                        </a:lnSpc>
                        <a:spcBef>
                          <a:spcPct val="30000"/>
                        </a:spcBef>
                        <a:spcAft>
                          <a:spcPct val="0"/>
                        </a:spcAft>
                        <a:buClr>
                          <a:schemeClr val="tx1"/>
                        </a:buClr>
                        <a:buSzTx/>
                        <a:buFont typeface="Monotype Sorts" pitchFamily="2" charset="2"/>
                        <a:buNone/>
                        <a:tabLst/>
                        <a:defRPr/>
                      </a:pPr>
                      <a:r>
                        <a:rPr lang="en-US" sz="1100" kern="1200" dirty="0">
                          <a:solidFill>
                            <a:schemeClr val="tx1"/>
                          </a:solidFill>
                          <a:latin typeface="Arial"/>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164437">
                <a:tc>
                  <a:txBody>
                    <a:bodyPr/>
                    <a:lstStyle/>
                    <a:p>
                      <a:pPr marL="0" marR="0" lvl="0" indent="0" algn="ctr" defTabSz="947738" rtl="0" eaLnBrk="1" fontAlgn="base" latinLnBrk="0" hangingPunct="1">
                        <a:lnSpc>
                          <a:spcPct val="400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21.12.2015</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400000"/>
                        </a:lnSpc>
                        <a:spcBef>
                          <a:spcPct val="30000"/>
                        </a:spcBef>
                        <a:spcAft>
                          <a:spcPct val="0"/>
                        </a:spcAft>
                        <a:buClr>
                          <a:schemeClr val="tx1"/>
                        </a:buClr>
                        <a:buSzTx/>
                        <a:buFont typeface="Monotype Sorts" pitchFamily="2" charset="2"/>
                        <a:buNone/>
                        <a:tabLst/>
                      </a:pPr>
                      <a:r>
                        <a:rPr lang="en-US" sz="1100" dirty="0"/>
                        <a:t>(</a:t>
                      </a:r>
                      <a:r>
                        <a:rPr lang="en-US" sz="1100" dirty="0">
                          <a:hlinkClick r:id="rId6"/>
                        </a:rPr>
                        <a:t>DCR E15-30</a:t>
                      </a:r>
                      <a:r>
                        <a:rPr lang="en-US" sz="1100" dirty="0"/>
                        <a:t>)</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defRPr/>
                      </a:pPr>
                      <a:r>
                        <a:rPr lang="en-US" sz="1050" dirty="0"/>
                        <a:t>Corrections in the flow, explain the preliminary ECCL submission in detail, add the preliminary ECCL or equivalent to define the information how to be provided. Explain the feasibility results and which information should be provided and to whom defined. New EU Prototype production process procedure relevant updates are done as prototype ECM plan, template for engineering costs. Question 132 in serial ECM plan is updated as «remove PFP» which does not available in EU systems. All feasibility study checklist is updated according to the global study that has been done. </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400000"/>
                        </a:lnSpc>
                        <a:spcBef>
                          <a:spcPct val="30000"/>
                        </a:spcBef>
                        <a:spcAft>
                          <a:spcPct val="0"/>
                        </a:spcAft>
                        <a:buClr>
                          <a:schemeClr val="tx1"/>
                        </a:buClr>
                        <a:buSzTx/>
                        <a:buFont typeface="Monotype Sorts" pitchFamily="2" charset="2"/>
                        <a:buNone/>
                        <a:tabLst/>
                        <a:defRPr/>
                      </a:pPr>
                      <a:r>
                        <a:rPr kumimoji="0" lang="en-US" sz="1100" b="0" i="0" u="none" strike="noStrike" kern="1200" cap="none" normalizeH="0" baseline="0" dirty="0">
                          <a:ln>
                            <a:noFill/>
                          </a:ln>
                          <a:solidFill>
                            <a:schemeClr val="tx1"/>
                          </a:solidFill>
                          <a:effectLst/>
                          <a:latin typeface="Arial" charset="0"/>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791099">
                <a:tc>
                  <a:txBody>
                    <a:bodyPr/>
                    <a:lstStyle/>
                    <a:p>
                      <a:pPr marL="0" marR="0" lvl="0" indent="0" algn="ctr" defTabSz="947738" rtl="0" eaLnBrk="1" fontAlgn="base" latinLnBrk="0" hangingPunct="1">
                        <a:lnSpc>
                          <a:spcPct val="300000"/>
                        </a:lnSpc>
                        <a:spcBef>
                          <a:spcPct val="30000"/>
                        </a:spcBef>
                        <a:spcAft>
                          <a:spcPct val="0"/>
                        </a:spcAft>
                        <a:buClr>
                          <a:schemeClr val="tx1"/>
                        </a:buClr>
                        <a:buSzTx/>
                        <a:buFont typeface="Monotype Sorts" pitchFamily="2" charset="2"/>
                        <a:buNone/>
                        <a:tabLst/>
                      </a:pPr>
                      <a:r>
                        <a:rPr lang="en-US" sz="1100" kern="1200" dirty="0">
                          <a:solidFill>
                            <a:schemeClr val="tx1"/>
                          </a:solidFill>
                          <a:latin typeface="Arial"/>
                          <a:ea typeface="+mn-ea"/>
                          <a:cs typeface="+mn-cs"/>
                        </a:rPr>
                        <a:t>06.07.2016</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lnSpc>
                          <a:spcPct val="300000"/>
                        </a:lnSpc>
                      </a:pPr>
                      <a:r>
                        <a:rPr lang="en-US" sz="1100" dirty="0"/>
                        <a:t>(</a:t>
                      </a:r>
                      <a:r>
                        <a:rPr lang="en-US" sz="1100" dirty="0">
                          <a:hlinkClick r:id="rId7"/>
                        </a:rPr>
                        <a:t>DCR E16-10</a:t>
                      </a:r>
                      <a:r>
                        <a:rPr lang="en-US" sz="1100" dirty="0"/>
                        <a:t>)</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defRPr/>
                      </a:pPr>
                      <a:r>
                        <a:rPr lang="en-US" sz="1100" dirty="0"/>
                        <a:t>Correction between feasibility checklist and note 3.One formula , Process definition and change types in ECCL added,  clarification of the approval process when there are changes  between the first study vs preliminary ECCL or equivalent in note 11, 13, 14,15 and recommended lead time, Final ECCL as a package and content</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300000"/>
                        </a:lnSpc>
                        <a:spcBef>
                          <a:spcPct val="30000"/>
                        </a:spcBef>
                        <a:spcAft>
                          <a:spcPct val="0"/>
                        </a:spcAft>
                        <a:buClr>
                          <a:schemeClr val="tx1"/>
                        </a:buClr>
                        <a:buSzTx/>
                        <a:buFont typeface="Monotype Sorts" pitchFamily="2" charset="2"/>
                        <a:buNone/>
                        <a:tabLst/>
                        <a:defRPr/>
                      </a:pPr>
                      <a:r>
                        <a:rPr lang="en-US" sz="1100" kern="1200" dirty="0">
                          <a:solidFill>
                            <a:schemeClr val="tx1"/>
                          </a:solidFill>
                          <a:latin typeface="Arial"/>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865">
                <a:tc>
                  <a:txBody>
                    <a:body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pPr>
                      <a:r>
                        <a:rPr lang="tr-TR" sz="1100" dirty="0"/>
                        <a:t>04.11.2016</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pPr>
                      <a:r>
                        <a:rPr lang="tr-TR" sz="1100" dirty="0"/>
                        <a:t>(</a:t>
                      </a:r>
                      <a:r>
                        <a:rPr lang="tr-TR" sz="1100" dirty="0">
                          <a:hlinkClick r:id="rId8"/>
                        </a:rPr>
                        <a:t>DCR E16-27</a:t>
                      </a:r>
                      <a:r>
                        <a:rPr lang="tr-TR" sz="1100" dirty="0"/>
                        <a:t>)</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defRPr/>
                      </a:pPr>
                      <a:r>
                        <a:rPr lang="tr-TR" sz="1100" dirty="0"/>
                        <a:t>Revised HOW box, Steps 15 , 16 and Note 16. Added new step and note after Step 16 . Numbers of steps and notes are re-arranged, Added Not 20.</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150000"/>
                        </a:lnSpc>
                        <a:spcBef>
                          <a:spcPct val="30000"/>
                        </a:spcBef>
                        <a:spcAft>
                          <a:spcPct val="0"/>
                        </a:spcAft>
                        <a:buClr>
                          <a:schemeClr val="tx1"/>
                        </a:buClr>
                        <a:buSzTx/>
                        <a:buFont typeface="Monotype Sorts" pitchFamily="2" charset="2"/>
                        <a:buNone/>
                        <a:tabLst/>
                        <a:defRPr/>
                      </a:pPr>
                      <a:r>
                        <a:rPr lang="en-US" sz="1100" kern="1200" dirty="0">
                          <a:solidFill>
                            <a:schemeClr val="tx1"/>
                          </a:solidFill>
                          <a:latin typeface="+mn-lt"/>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07610">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lang="tr-TR" sz="1100" dirty="0">
                          <a:solidFill>
                            <a:srgbClr val="000000"/>
                          </a:solidFill>
                        </a:rPr>
                        <a:t>08.09.2017</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tr-TR" sz="1100" i="1" dirty="0">
                          <a:solidFill>
                            <a:srgbClr val="FF0000"/>
                          </a:solidFill>
                        </a:rPr>
                        <a:t>(</a:t>
                      </a:r>
                      <a:r>
                        <a:rPr lang="tr-TR" sz="1100" i="1" dirty="0">
                          <a:solidFill>
                            <a:srgbClr val="FF0000"/>
                          </a:solidFill>
                          <a:hlinkClick r:id="rId9"/>
                        </a:rPr>
                        <a:t>DCR E17-18</a:t>
                      </a:r>
                      <a:r>
                        <a:rPr lang="tr-TR" sz="1100" i="1" dirty="0">
                          <a:solidFill>
                            <a:srgbClr val="FF0000"/>
                          </a:solidFill>
                        </a:rPr>
                        <a:t>)</a:t>
                      </a:r>
                      <a:endParaRPr lang="en-US" sz="1100" i="1" dirty="0">
                        <a:solidFill>
                          <a:srgbClr val="FF0000"/>
                        </a:solidFill>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defRPr/>
                      </a:pPr>
                      <a:r>
                        <a:rPr lang="tr-TR" sz="1100" kern="1200" dirty="0">
                          <a:solidFill>
                            <a:schemeClr val="tx1"/>
                          </a:solidFill>
                          <a:latin typeface="+mn-lt"/>
                          <a:ea typeface="+mn-ea"/>
                          <a:cs typeface="+mn-cs"/>
                        </a:rPr>
                        <a:t>Changed SME. Revised Steps 16, 18 and 20, Notes 5 and 20 and Definitions, added Reference I, Notes 7 and 9, removed Step 23 to close INE-PRO-01. Revised process participants and Final Approval Matrix Record. </a:t>
                      </a:r>
                      <a:endParaRPr lang="en-US" sz="1100" kern="1200" dirty="0">
                        <a:solidFill>
                          <a:schemeClr val="tx1"/>
                        </a:solidFill>
                        <a:latin typeface="+mn-lt"/>
                        <a:ea typeface="+mn-ea"/>
                        <a:cs typeface="+mn-cs"/>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en-US" sz="1100" kern="1200" dirty="0">
                          <a:solidFill>
                            <a:srgbClr val="000000"/>
                          </a:solidFill>
                          <a:latin typeface="+mn-lt"/>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836297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0044-D4EA-0929-3C62-E6DF324FA47D}"/>
            </a:ext>
          </a:extLst>
        </p:cNvPr>
        <p:cNvGrpSpPr/>
        <p:nvPr/>
      </p:nvGrpSpPr>
      <p:grpSpPr>
        <a:xfrm>
          <a:off x="0" y="0"/>
          <a:ext cx="0" cy="0"/>
          <a:chOff x="0" y="0"/>
          <a:chExt cx="0" cy="0"/>
        </a:xfrm>
      </p:grpSpPr>
      <p:graphicFrame>
        <p:nvGraphicFramePr>
          <p:cNvPr id="4" name="Group 135">
            <a:extLst>
              <a:ext uri="{FF2B5EF4-FFF2-40B4-BE49-F238E27FC236}">
                <a16:creationId xmlns:a16="http://schemas.microsoft.com/office/drawing/2014/main" id="{EEE18D98-F047-B940-F60F-B9C88484F2C2}"/>
              </a:ext>
            </a:extLst>
          </p:cNvPr>
          <p:cNvGraphicFramePr>
            <a:graphicFrameLocks/>
          </p:cNvGraphicFramePr>
          <p:nvPr>
            <p:extLst>
              <p:ext uri="{D42A27DB-BD31-4B8C-83A1-F6EECF244321}">
                <p14:modId xmlns:p14="http://schemas.microsoft.com/office/powerpoint/2010/main" val="3187091860"/>
              </p:ext>
            </p:extLst>
          </p:nvPr>
        </p:nvGraphicFramePr>
        <p:xfrm>
          <a:off x="152400" y="838200"/>
          <a:ext cx="8686800" cy="4584613"/>
        </p:xfrm>
        <a:graphic>
          <a:graphicData uri="http://schemas.openxmlformats.org/drawingml/2006/table">
            <a:tbl>
              <a:tblPr/>
              <a:tblGrid>
                <a:gridCol w="1265505">
                  <a:extLst>
                    <a:ext uri="{9D8B030D-6E8A-4147-A177-3AD203B41FA5}">
                      <a16:colId xmlns:a16="http://schemas.microsoft.com/office/drawing/2014/main" val="20000"/>
                    </a:ext>
                  </a:extLst>
                </a:gridCol>
                <a:gridCol w="1020495">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0480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Release Date</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DCR Number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Change Details</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87000"/>
                        </a:lnSpc>
                        <a:spcBef>
                          <a:spcPct val="30000"/>
                        </a:spcBef>
                        <a:spcAft>
                          <a:spcPct val="0"/>
                        </a:spcAft>
                        <a:buClr>
                          <a:schemeClr val="tx1"/>
                        </a:buClr>
                        <a:buSzTx/>
                        <a:buFont typeface="Monotype Sorts" pitchFamily="2" charset="2"/>
                        <a:buNone/>
                        <a:tabLst/>
                      </a:pPr>
                      <a:r>
                        <a:rPr kumimoji="0" lang="en-US" sz="1200" b="1" i="0" u="none" strike="noStrike" cap="none" normalizeH="0" baseline="0" dirty="0">
                          <a:ln>
                            <a:noFill/>
                          </a:ln>
                          <a:solidFill>
                            <a:schemeClr val="bg1"/>
                          </a:solidFill>
                          <a:effectLst/>
                          <a:latin typeface="Arial" charset="0"/>
                        </a:rPr>
                        <a:t>Document Owner</a:t>
                      </a:r>
                    </a:p>
                  </a:txBody>
                  <a:tcPr marL="85866" marR="85866" marT="42161" marB="4216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E7C88"/>
                    </a:solidFill>
                  </a:tcPr>
                </a:tc>
                <a:extLst>
                  <a:ext uri="{0D108BD9-81ED-4DB2-BD59-A6C34878D82A}">
                    <a16:rowId xmlns:a16="http://schemas.microsoft.com/office/drawing/2014/main" val="10000"/>
                  </a:ext>
                </a:extLst>
              </a:tr>
              <a:tr h="381000">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lang="tr-TR" sz="1100" dirty="0"/>
                        <a:t>01.01.2018</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tr-TR" sz="1100" dirty="0"/>
                        <a:t>(</a:t>
                      </a:r>
                      <a:r>
                        <a:rPr lang="tr-TR" sz="1100" dirty="0">
                          <a:hlinkClick r:id="rId3"/>
                        </a:rPr>
                        <a:t>DCR E17-25</a:t>
                      </a:r>
                      <a:r>
                        <a:rPr lang="tr-TR" sz="1100" dirty="0"/>
                        <a:t>)</a:t>
                      </a:r>
                      <a:endParaRPr lang="en-US" sz="1100" dirty="0"/>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defRPr/>
                      </a:pPr>
                      <a:r>
                        <a:rPr lang="tr-TR" sz="1100" dirty="0"/>
                        <a:t>Added Steps and Notes 10a and 10b and reference J to identify the flow when </a:t>
                      </a:r>
                      <a:r>
                        <a:rPr lang="en-US" sz="1100" dirty="0"/>
                        <a:t>same product is produced in more than one </a:t>
                      </a:r>
                      <a:r>
                        <a:rPr lang="en-US" sz="1100" dirty="0" err="1"/>
                        <a:t>Aptiv</a:t>
                      </a:r>
                      <a:r>
                        <a:rPr lang="en-US" sz="1100" dirty="0"/>
                        <a:t> sites</a:t>
                      </a:r>
                      <a:r>
                        <a:rPr lang="tr-TR" sz="1100" dirty="0"/>
                        <a:t>. Added Roles&amp;Responsibilities section to define Liaison Coordinator role</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en-US" sz="1100" kern="1200" dirty="0">
                          <a:solidFill>
                            <a:schemeClr val="tx1"/>
                          </a:solidFill>
                          <a:latin typeface="+mn-lt"/>
                          <a:ea typeface="+mn-ea"/>
                          <a:cs typeface="+mn-cs"/>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5201677"/>
                  </a:ext>
                </a:extLst>
              </a:tr>
              <a:tr h="38100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27.08.2021</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kumimoji="0" lang="en-US" sz="1100" b="0" i="0" u="none" strike="noStrike" kern="1200" cap="none" normalizeH="0" baseline="0" dirty="0">
                          <a:ln>
                            <a:noFill/>
                          </a:ln>
                          <a:solidFill>
                            <a:schemeClr val="tx1"/>
                          </a:solidFill>
                          <a:effectLst/>
                          <a:latin typeface="Arial" charset="0"/>
                          <a:ea typeface="+mn-ea"/>
                          <a:cs typeface="+mn-cs"/>
                        </a:rPr>
                        <a:t>(No DCR)</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marR="0" lvl="0" indent="-171450" algn="l" defTabSz="947738" rtl="0" eaLnBrk="1" fontAlgn="base" latinLnBrk="0" hangingPunct="1">
                        <a:lnSpc>
                          <a:spcPct val="87000"/>
                        </a:lnSpc>
                        <a:spcBef>
                          <a:spcPct val="30000"/>
                        </a:spcBef>
                        <a:spcAft>
                          <a:spcPct val="0"/>
                        </a:spcAft>
                        <a:buClr>
                          <a:schemeClr val="tx1"/>
                        </a:buClr>
                        <a:buSzTx/>
                        <a:buFont typeface="Arial" panose="020B0604020202020204" pitchFamily="34" charset="0"/>
                        <a:buChar char="•"/>
                        <a:tabLst/>
                        <a:defRPr/>
                      </a:pPr>
                      <a:r>
                        <a:rPr lang="en-US" sz="1100" kern="1200" dirty="0">
                          <a:solidFill>
                            <a:schemeClr val="tx1"/>
                          </a:solidFill>
                          <a:latin typeface="+mn-lt"/>
                          <a:ea typeface="+mn-ea"/>
                          <a:cs typeface="+mn-cs"/>
                        </a:rPr>
                        <a:t>Links in HOW box updated ; Logo changed from Delphi to </a:t>
                      </a:r>
                      <a:r>
                        <a:rPr lang="en-US" sz="1100" kern="1200" dirty="0" err="1">
                          <a:solidFill>
                            <a:schemeClr val="tx1"/>
                          </a:solidFill>
                          <a:latin typeface="+mn-lt"/>
                          <a:ea typeface="+mn-ea"/>
                          <a:cs typeface="+mn-cs"/>
                        </a:rPr>
                        <a:t>Aptiv</a:t>
                      </a:r>
                      <a:r>
                        <a:rPr lang="en-US" sz="1100" kern="1200" dirty="0">
                          <a:solidFill>
                            <a:schemeClr val="tx1"/>
                          </a:solidFill>
                          <a:latin typeface="+mn-lt"/>
                          <a:ea typeface="+mn-ea"/>
                          <a:cs typeface="+mn-cs"/>
                        </a:rPr>
                        <a:t>; step 3 linked with step 23 corrected , it was 24 ; e-Change replaced with ECM.  Effective date not changed.</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kumimoji="0" lang="en-US" sz="1100" b="0" i="0" u="none" strike="noStrike" kern="1200" cap="none" normalizeH="0" baseline="0" dirty="0">
                          <a:ln>
                            <a:noFill/>
                          </a:ln>
                          <a:solidFill>
                            <a:schemeClr val="tx1"/>
                          </a:solidFill>
                          <a:effectLst/>
                          <a:latin typeface="Arial" charset="0"/>
                          <a:ea typeface=""/>
                          <a:cs typeface=""/>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28600">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250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18.04.2023</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50000"/>
                        </a:lnSpc>
                        <a:spcBef>
                          <a:spcPct val="30000"/>
                        </a:spcBef>
                        <a:spcAft>
                          <a:spcPct val="0"/>
                        </a:spcAft>
                        <a:buClr>
                          <a:schemeClr val="tx1"/>
                        </a:buClr>
                        <a:buSzTx/>
                        <a:buFont typeface="Monotype Sorts" pitchFamily="2" charset="2"/>
                        <a:buNone/>
                        <a:tabLst/>
                      </a:pPr>
                      <a:r>
                        <a:rPr lang="en-US" sz="1100" dirty="0"/>
                        <a:t>(DCR </a:t>
                      </a:r>
                      <a:r>
                        <a:rPr lang="en-US" sz="1100" dirty="0">
                          <a:hlinkClick r:id="rId4"/>
                        </a:rPr>
                        <a:t>2417</a:t>
                      </a:r>
                      <a:r>
                        <a:rPr lang="en-US" sz="1100" dirty="0"/>
                        <a:t>)</a:t>
                      </a:r>
                      <a:endParaRPr kumimoji="0" lang="en-US" sz="1100" b="0" i="0" u="none" strike="noStrike" cap="none" normalizeH="0" baseline="0" dirty="0">
                        <a:ln>
                          <a:noFill/>
                        </a:ln>
                        <a:solidFill>
                          <a:schemeClr val="tx1"/>
                        </a:solidFill>
                        <a:effectLst/>
                        <a:latin typeface="Arial" charset="0"/>
                      </a:endParaRP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171450" marR="0" lvl="0" indent="-171450" algn="l" defTabSz="914400" rtl="0" eaLnBrk="1" fontAlgn="auto" latinLnBrk="0" hangingPunct="1">
                        <a:lnSpc>
                          <a:spcPct val="100000"/>
                        </a:lnSpc>
                        <a:spcBef>
                          <a:spcPct val="50000"/>
                        </a:spcBef>
                        <a:spcAft>
                          <a:spcPts val="0"/>
                        </a:spcAft>
                        <a:buClrTx/>
                        <a:buSzTx/>
                        <a:buFont typeface="Arial" panose="020B0604020202020204" pitchFamily="34" charset="0"/>
                        <a:buChar char="•"/>
                        <a:tabLst/>
                        <a:defRPr/>
                      </a:pPr>
                      <a:r>
                        <a:rPr lang="en-US" sz="1050" dirty="0"/>
                        <a:t>Removed steps from 4 to 9, update responsible in step 3, 20 , add steps 13, 18, remove ‘</a:t>
                      </a:r>
                      <a:r>
                        <a:rPr kumimoji="0" lang="en-US" sz="1050" b="0" u="none" cap="none" normalizeH="0" baseline="0" dirty="0">
                          <a:ln>
                            <a:noFill/>
                          </a:ln>
                          <a:effectLst/>
                          <a:latin typeface="Arial" charset="0"/>
                        </a:rPr>
                        <a:t>Excess &amp; Obsoletes’ Metric, add one procedure in ‘How’. </a:t>
                      </a:r>
                      <a:r>
                        <a:rPr lang="tr-TR" sz="1050" dirty="0"/>
                        <a:t>Numbers of steps and notes are re-arranged</a:t>
                      </a:r>
                      <a:r>
                        <a:rPr lang="en-US" sz="1050" dirty="0"/>
                        <a:t>. Notes: 1, 2, 3, 4, 6, 7, 8, 9, 20 updated. Note 13 added.</a:t>
                      </a:r>
                      <a:endParaRPr lang="tr-TR" sz="1050" dirty="0"/>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Arial"/>
                          <a:ea typeface=""/>
                          <a:cs typeface=""/>
                        </a:defRPr>
                      </a:lvl1pPr>
                      <a:lvl2pPr marL="457200" algn="l" defTabSz="914400" rtl="0" eaLnBrk="1" latinLnBrk="0" hangingPunct="1">
                        <a:defRPr sz="1800" kern="1200">
                          <a:solidFill>
                            <a:schemeClr val="tx1"/>
                          </a:solidFill>
                          <a:latin typeface="Arial"/>
                          <a:ea typeface=""/>
                          <a:cs typeface=""/>
                        </a:defRPr>
                      </a:lvl2pPr>
                      <a:lvl3pPr marL="914400" algn="l" defTabSz="914400" rtl="0" eaLnBrk="1" latinLnBrk="0" hangingPunct="1">
                        <a:defRPr sz="1800" kern="1200">
                          <a:solidFill>
                            <a:schemeClr val="tx1"/>
                          </a:solidFill>
                          <a:latin typeface="Arial"/>
                          <a:ea typeface=""/>
                          <a:cs typeface=""/>
                        </a:defRPr>
                      </a:lvl3pPr>
                      <a:lvl4pPr marL="1371600" algn="l" defTabSz="914400" rtl="0" eaLnBrk="1" latinLnBrk="0" hangingPunct="1">
                        <a:defRPr sz="1800" kern="1200">
                          <a:solidFill>
                            <a:schemeClr val="tx1"/>
                          </a:solidFill>
                          <a:latin typeface="Arial"/>
                          <a:ea typeface=""/>
                          <a:cs typeface=""/>
                        </a:defRPr>
                      </a:lvl4pPr>
                      <a:lvl5pPr marL="1828800" algn="l" defTabSz="914400" rtl="0" eaLnBrk="1" latinLnBrk="0" hangingPunct="1">
                        <a:defRPr sz="1800" kern="1200">
                          <a:solidFill>
                            <a:schemeClr val="tx1"/>
                          </a:solidFill>
                          <a:latin typeface="Arial"/>
                          <a:ea typeface=""/>
                          <a:cs typeface=""/>
                        </a:defRPr>
                      </a:lvl5pPr>
                      <a:lvl6pPr marL="2286000" algn="l" defTabSz="914400" rtl="0" eaLnBrk="1" latinLnBrk="0" hangingPunct="1">
                        <a:defRPr sz="1800" kern="1200">
                          <a:solidFill>
                            <a:schemeClr val="tx1"/>
                          </a:solidFill>
                          <a:latin typeface="Arial"/>
                          <a:ea typeface=""/>
                          <a:cs typeface=""/>
                        </a:defRPr>
                      </a:lvl6pPr>
                      <a:lvl7pPr marL="2743200" algn="l" defTabSz="914400" rtl="0" eaLnBrk="1" latinLnBrk="0" hangingPunct="1">
                        <a:defRPr sz="1800" kern="1200">
                          <a:solidFill>
                            <a:schemeClr val="tx1"/>
                          </a:solidFill>
                          <a:latin typeface="Arial"/>
                          <a:ea typeface=""/>
                          <a:cs typeface=""/>
                        </a:defRPr>
                      </a:lvl7pPr>
                      <a:lvl8pPr marL="3200400" algn="l" defTabSz="914400" rtl="0" eaLnBrk="1" latinLnBrk="0" hangingPunct="1">
                        <a:defRPr sz="1800" kern="1200">
                          <a:solidFill>
                            <a:schemeClr val="tx1"/>
                          </a:solidFill>
                          <a:latin typeface="Arial"/>
                          <a:ea typeface=""/>
                          <a:cs typeface=""/>
                        </a:defRPr>
                      </a:lvl8pPr>
                      <a:lvl9pPr marL="3657600" algn="l" defTabSz="914400" rtl="0" eaLnBrk="1" latinLnBrk="0" hangingPunct="1">
                        <a:defRPr sz="1800" kern="1200">
                          <a:solidFill>
                            <a:schemeClr val="tx1"/>
                          </a:solidFill>
                          <a:latin typeface="Arial"/>
                          <a:ea typeface=""/>
                          <a:cs typeface=""/>
                        </a:defRPr>
                      </a:lvl9pPr>
                    </a:lstStyle>
                    <a:p>
                      <a:pPr marL="0" marR="0" lvl="0" indent="0" algn="ctr" defTabSz="947738" rtl="0" eaLnBrk="1" fontAlgn="base" latinLnBrk="0" hangingPunct="1">
                        <a:lnSpc>
                          <a:spcPct val="250000"/>
                        </a:lnSpc>
                        <a:spcBef>
                          <a:spcPct val="30000"/>
                        </a:spcBef>
                        <a:spcAft>
                          <a:spcPct val="0"/>
                        </a:spcAft>
                        <a:buClr>
                          <a:schemeClr val="tx1"/>
                        </a:buClr>
                        <a:buSzTx/>
                        <a:buFont typeface="Monotype Sorts" pitchFamily="2" charset="2"/>
                        <a:buNone/>
                        <a:tabLst/>
                        <a:defRPr/>
                      </a:pPr>
                      <a:r>
                        <a:rPr kumimoji="0" lang="en-US" sz="1100" b="0" i="0" u="none" strike="noStrike" kern="1200" cap="none" normalizeH="0" baseline="0" dirty="0">
                          <a:ln>
                            <a:noFill/>
                          </a:ln>
                          <a:solidFill>
                            <a:schemeClr val="tx1"/>
                          </a:solidFill>
                          <a:effectLst/>
                          <a:latin typeface="Arial" charset="0"/>
                          <a:ea typeface=""/>
                          <a:cs typeface=""/>
                        </a:rPr>
                        <a:t>F. Kulan</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35694">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pPr>
                      <a:r>
                        <a:rPr lang="en-US" sz="1100" kern="1200" dirty="0">
                          <a:solidFill>
                            <a:schemeClr val="tx1"/>
                          </a:solidFill>
                          <a:latin typeface="Arial"/>
                        </a:rPr>
                        <a:t>12Jan,2026</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200000"/>
                        </a:lnSpc>
                        <a:spcBef>
                          <a:spcPct val="30000"/>
                        </a:spcBef>
                        <a:spcAft>
                          <a:spcPct val="0"/>
                        </a:spcAft>
                        <a:buClr>
                          <a:schemeClr val="tx1"/>
                        </a:buClr>
                        <a:buSzTx/>
                        <a:buFont typeface="Monotype Sorts" pitchFamily="2" charset="2"/>
                        <a:buNone/>
                        <a:tabLst/>
                        <a:defRPr/>
                      </a:pPr>
                      <a:r>
                        <a:rPr lang="en-US" sz="1100" dirty="0">
                          <a:hlinkClick r:id="rId5"/>
                        </a:rPr>
                        <a:t>4403</a:t>
                      </a:r>
                      <a:endParaRPr lang="en-US" sz="1100" dirty="0"/>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en-US" sz="1050" kern="1200" dirty="0">
                          <a:solidFill>
                            <a:schemeClr val="tx1"/>
                          </a:solidFill>
                          <a:latin typeface="Arial"/>
                        </a:rPr>
                        <a:t>Combine </a:t>
                      </a:r>
                      <a:r>
                        <a:rPr lang="nl-NL" sz="1050" kern="1200" noProof="0" dirty="0">
                          <a:solidFill>
                            <a:schemeClr val="tx1"/>
                          </a:solidFill>
                          <a:latin typeface="Arial"/>
                        </a:rPr>
                        <a:t>EAEP_4-1_ME_01-F02_EN - </a:t>
                      </a:r>
                      <a:r>
                        <a:rPr lang="en-US" sz="1050" kern="1200" noProof="0" dirty="0">
                          <a:solidFill>
                            <a:schemeClr val="tx1"/>
                          </a:solidFill>
                          <a:latin typeface="Arial"/>
                        </a:rPr>
                        <a:t>Engineering Change Implementation Plan for </a:t>
                      </a:r>
                      <a:r>
                        <a:rPr lang="en-US" sz="1050" kern="1200" noProof="0" dirty="0" err="1">
                          <a:solidFill>
                            <a:schemeClr val="tx1"/>
                          </a:solidFill>
                          <a:latin typeface="Arial"/>
                        </a:rPr>
                        <a:t>Preserial</a:t>
                      </a:r>
                      <a:r>
                        <a:rPr lang="en-US" sz="1050" kern="1200" noProof="0" dirty="0">
                          <a:solidFill>
                            <a:schemeClr val="tx1"/>
                          </a:solidFill>
                          <a:latin typeface="Arial"/>
                        </a:rPr>
                        <a:t> &amp; Serial with </a:t>
                      </a:r>
                      <a:r>
                        <a:rPr lang="nl-NL" sz="1050" kern="1200" noProof="0" dirty="0">
                          <a:solidFill>
                            <a:schemeClr val="tx1"/>
                          </a:solidFill>
                          <a:latin typeface="Arial"/>
                        </a:rPr>
                        <a:t>EAEP_4-1_ME_01-F05_EN - </a:t>
                      </a:r>
                      <a:r>
                        <a:rPr lang="en-US" sz="1050" kern="1200" noProof="0" dirty="0">
                          <a:solidFill>
                            <a:schemeClr val="tx1"/>
                          </a:solidFill>
                          <a:latin typeface="Arial"/>
                        </a:rPr>
                        <a:t>Engineering Change Implementation Plan for Prototype</a:t>
                      </a:r>
                      <a:r>
                        <a:rPr lang="nl-NL" sz="1050" kern="1200" noProof="0" dirty="0">
                          <a:solidFill>
                            <a:schemeClr val="tx1"/>
                          </a:solidFill>
                          <a:latin typeface="Arial"/>
                        </a:rPr>
                        <a:t>, </a:t>
                      </a:r>
                      <a:r>
                        <a:rPr lang="en-US" sz="1050" kern="1200" noProof="0" dirty="0">
                          <a:solidFill>
                            <a:schemeClr val="tx1"/>
                          </a:solidFill>
                          <a:latin typeface="Arial"/>
                        </a:rPr>
                        <a:t>under </a:t>
                      </a:r>
                      <a:r>
                        <a:rPr lang="nl-NL" sz="1050" kern="1200" noProof="0" dirty="0">
                          <a:solidFill>
                            <a:schemeClr val="tx1"/>
                          </a:solidFill>
                          <a:latin typeface="Arial"/>
                        </a:rPr>
                        <a:t>EAEP_4-1_ME_01-F02_EN - </a:t>
                      </a:r>
                      <a:r>
                        <a:rPr lang="en-US" sz="1050" kern="1200" noProof="0" dirty="0">
                          <a:solidFill>
                            <a:schemeClr val="tx1"/>
                          </a:solidFill>
                          <a:latin typeface="Arial"/>
                        </a:rPr>
                        <a:t>Engineering Change Implementation Plan.</a:t>
                      </a:r>
                      <a:endParaRPr lang="nl-NL" sz="1050" kern="1200" noProof="0" dirty="0">
                        <a:solidFill>
                          <a:schemeClr val="tx1"/>
                        </a:solidFill>
                        <a:latin typeface="Arial"/>
                      </a:endParaRP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nl-NL" sz="1050" kern="1200" noProof="0" dirty="0" err="1">
                          <a:solidFill>
                            <a:schemeClr val="tx1"/>
                          </a:solidFill>
                          <a:latin typeface="Arial"/>
                        </a:rPr>
                        <a:t>Remove</a:t>
                      </a:r>
                      <a:r>
                        <a:rPr lang="nl-NL" sz="1050" kern="1200" noProof="0" dirty="0">
                          <a:solidFill>
                            <a:schemeClr val="tx1"/>
                          </a:solidFill>
                          <a:latin typeface="Arial"/>
                        </a:rPr>
                        <a:t> EAEP_4-1_ME_01-F05_EN –obsolete.</a:t>
                      </a: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nl-NL" sz="1050" kern="1200" noProof="0" dirty="0">
                          <a:solidFill>
                            <a:schemeClr val="tx1"/>
                          </a:solidFill>
                          <a:latin typeface="Arial"/>
                        </a:rPr>
                        <a:t>Adding EAEP_4-1_ME_01-F06_EN - Engineering Change Letter (ECL)</a:t>
                      </a: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nl-NL" sz="1050" kern="1200" noProof="0" dirty="0">
                          <a:solidFill>
                            <a:schemeClr val="tx1"/>
                          </a:solidFill>
                          <a:latin typeface="Arial"/>
                        </a:rPr>
                        <a:t>Reformulate step 10 and 11</a:t>
                      </a: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nl-NL" sz="1050" kern="1200" noProof="0" dirty="0">
                          <a:solidFill>
                            <a:schemeClr val="tx1"/>
                          </a:solidFill>
                          <a:latin typeface="Arial"/>
                        </a:rPr>
                        <a:t>Adding ECL and ECCL in Definitions</a:t>
                      </a: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en-US" sz="1050" kern="1200" dirty="0">
                          <a:solidFill>
                            <a:schemeClr val="tx1"/>
                          </a:solidFill>
                          <a:latin typeface="Arial"/>
                          <a:ea typeface="+mn-ea"/>
                          <a:cs typeface="+mn-cs"/>
                        </a:rPr>
                        <a:t>Re-numbered after step 16 due to adding step for </a:t>
                      </a:r>
                      <a:r>
                        <a:rPr lang="en-US" sz="1050" kern="1200" noProof="0" dirty="0">
                          <a:solidFill>
                            <a:schemeClr val="tx1"/>
                          </a:solidFill>
                          <a:latin typeface="Arial"/>
                          <a:ea typeface="+mn-ea"/>
                          <a:cs typeface="+mn-cs"/>
                        </a:rPr>
                        <a:t>Distribute Final ECCL or equivalent  - 17 become 18; 18 become 19; 19 become 20 and 20 become 21.</a:t>
                      </a: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nl-NL" sz="1050" kern="1200" noProof="0" dirty="0">
                          <a:solidFill>
                            <a:schemeClr val="tx1"/>
                          </a:solidFill>
                          <a:latin typeface="Arial"/>
                        </a:rPr>
                        <a:t>Document in new format, Change APTIV </a:t>
                      </a:r>
                      <a:r>
                        <a:rPr lang="nl-NL" sz="1050" kern="1200" noProof="0" dirty="0" err="1">
                          <a:solidFill>
                            <a:schemeClr val="tx1"/>
                          </a:solidFill>
                          <a:latin typeface="Arial"/>
                        </a:rPr>
                        <a:t>to</a:t>
                      </a:r>
                      <a:r>
                        <a:rPr lang="nl-NL" sz="1050" kern="1200" noProof="0" dirty="0">
                          <a:solidFill>
                            <a:schemeClr val="tx1"/>
                          </a:solidFill>
                          <a:latin typeface="Arial"/>
                        </a:rPr>
                        <a:t> EDS sites.</a:t>
                      </a:r>
                    </a:p>
                    <a:p>
                      <a:pPr marL="171450" marR="0" lvl="0" indent="-171450" algn="l" defTabSz="914400" rtl="0" eaLnBrk="1" fontAlgn="base" latinLnBrk="0" hangingPunct="1">
                        <a:lnSpc>
                          <a:spcPct val="87000"/>
                        </a:lnSpc>
                        <a:spcBef>
                          <a:spcPct val="50000"/>
                        </a:spcBef>
                        <a:spcAft>
                          <a:spcPct val="0"/>
                        </a:spcAft>
                        <a:buClr>
                          <a:schemeClr val="tx1"/>
                        </a:buClr>
                        <a:buSzTx/>
                        <a:buFont typeface="Arial" panose="020B0604020202020204" pitchFamily="34" charset="0"/>
                        <a:buChar char="•"/>
                        <a:tabLst/>
                        <a:defRPr/>
                      </a:pPr>
                      <a:r>
                        <a:rPr lang="nl-NL" sz="1050" kern="1200" noProof="0" dirty="0">
                          <a:solidFill>
                            <a:schemeClr val="tx1"/>
                          </a:solidFill>
                          <a:latin typeface="Arial"/>
                        </a:rPr>
                        <a:t>Forms &amp; attachment </a:t>
                      </a:r>
                      <a:r>
                        <a:rPr lang="nl-NL" sz="1050" kern="1200" noProof="0" dirty="0" err="1">
                          <a:solidFill>
                            <a:schemeClr val="tx1"/>
                          </a:solidFill>
                          <a:latin typeface="Arial"/>
                        </a:rPr>
                        <a:t>revised</a:t>
                      </a:r>
                      <a:r>
                        <a:rPr lang="nl-NL" sz="1050" kern="1200" noProof="0" dirty="0">
                          <a:solidFill>
                            <a:schemeClr val="tx1"/>
                          </a:solidFill>
                          <a:latin typeface="Arial"/>
                        </a:rPr>
                        <a:t>, </a:t>
                      </a:r>
                    </a:p>
                    <a:p>
                      <a:pPr marL="171450" indent="-171450">
                        <a:spcBef>
                          <a:spcPct val="50000"/>
                        </a:spcBef>
                        <a:buFont typeface="Arial" panose="020B0604020202020204" pitchFamily="34" charset="0"/>
                        <a:buChar char="•"/>
                      </a:pPr>
                      <a:r>
                        <a:rPr lang="en-US" sz="1050" kern="1200" dirty="0">
                          <a:solidFill>
                            <a:schemeClr val="tx1"/>
                          </a:solidFill>
                          <a:latin typeface="Arial"/>
                          <a:ea typeface="+mn-ea"/>
                          <a:cs typeface="+mn-cs"/>
                        </a:rPr>
                        <a:t>Document owner changed from  F. Kulan to Jurca Alina.</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47738" rtl="0" eaLnBrk="1" fontAlgn="base" latinLnBrk="0" hangingPunct="1">
                        <a:lnSpc>
                          <a:spcPct val="999000"/>
                        </a:lnSpc>
                        <a:spcBef>
                          <a:spcPct val="30000"/>
                        </a:spcBef>
                        <a:spcAft>
                          <a:spcPct val="0"/>
                        </a:spcAft>
                        <a:buClr>
                          <a:schemeClr val="tx1"/>
                        </a:buClr>
                        <a:buSzTx/>
                        <a:buFont typeface="Monotype Sorts" pitchFamily="2" charset="2"/>
                        <a:buNone/>
                        <a:tabLst/>
                      </a:pPr>
                      <a:r>
                        <a:rPr kumimoji="0" lang="en-US" sz="1100" b="0" i="0" u="none" strike="noStrike" cap="none" normalizeH="0" baseline="0" dirty="0">
                          <a:ln>
                            <a:noFill/>
                          </a:ln>
                          <a:solidFill>
                            <a:schemeClr val="tx1"/>
                          </a:solidFill>
                          <a:effectLst/>
                          <a:latin typeface="Arial" charset="0"/>
                        </a:rPr>
                        <a:t>A. Jurca</a:t>
                      </a:r>
                    </a:p>
                  </a:txBody>
                  <a:tcPr marL="85866" marR="85866" marT="42161" marB="4216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40450374"/>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c36092b-8ec2-40bd-b469-d1fe4f1e7785">
      <Value>495</Value>
      <Value>554</Value>
      <Value>597</Value>
      <Value>555</Value>
      <Value>503</Value>
      <Value>501</Value>
      <Value>500</Value>
      <Value>499</Value>
      <Value>512</Value>
      <Value>538</Value>
    </TaxCatchAll>
    <ka0759a5942f41c695b775aef8208f3e xmlns="0c36092b-8ec2-40bd-b469-d1fe4f1e7785">
      <Terms xmlns="http://schemas.microsoft.com/office/infopath/2007/PartnerControls"/>
    </ka0759a5942f41c695b775aef8208f3e>
    <le32960acc2343b2a783ebfbeb256c3d xmlns="0c36092b-8ec2-40bd-b469-d1fe4f1e7785">
      <Terms xmlns="http://schemas.microsoft.com/office/infopath/2007/PartnerControls"/>
    </le32960acc2343b2a783ebfbeb256c3d>
    <fddf08f74f1e4eb0b4a866c10db37afa xmlns="0c36092b-8ec2-40bd-b469-d1fe4f1e7785">
      <Terms xmlns="http://schemas.microsoft.com/office/infopath/2007/PartnerControls"/>
    </fddf08f74f1e4eb0b4a866c10db37afa>
    <TaxCatchAllLabel xmlns="0c36092b-8ec2-40bd-b469-d1fe4f1e7785" xsi:nil="true"/>
    <_Version xmlns="http://schemas.microsoft.com/sharepoint/v3/fields" xsi:nil="true"/>
    <b936ac81c11149c28abe10623a36d336 xmlns="c5c844fb-3a05-4f74-8301-eb572a8a1932">
      <Terms xmlns="http://schemas.microsoft.com/office/infopath/2007/PartnerControls">
        <TermInfo xmlns="http://schemas.microsoft.com/office/infopath/2007/PartnerControls">
          <TermName xmlns="http://schemas.microsoft.com/office/infopath/2007/PartnerControls">EDS</TermName>
          <TermId xmlns="http://schemas.microsoft.com/office/infopath/2007/PartnerControls">98e3e8fc-7860-4c9e-9fef-8587d7363aa4</TermId>
        </TermInfo>
      </Terms>
    </b936ac81c11149c28abe10623a36d336>
    <ReplacedBy xmlns="c5c844fb-3a05-4f74-8301-eb572a8a1932" xsi:nil="true"/>
    <f8d7a6658cea4a10a51d8a3a11a6b803 xmlns="c5c844fb-3a05-4f74-8301-eb572a8a1932">
      <Terms xmlns="http://schemas.microsoft.com/office/infopath/2007/PartnerControls">
        <TermInfo xmlns="http://schemas.microsoft.com/office/infopath/2007/PartnerControls">
          <TermName xmlns="http://schemas.microsoft.com/office/infopath/2007/PartnerControls">Manufacturing Engineering</TermName>
          <TermId xmlns="http://schemas.microsoft.com/office/infopath/2007/PartnerControls">2c7fde2e-2037-427d-b5f4-38db5502efb0</TermId>
        </TermInfo>
        <TermInfo xmlns="http://schemas.microsoft.com/office/infopath/2007/PartnerControls">
          <TermName xmlns="http://schemas.microsoft.com/office/infopath/2007/PartnerControls">Customer Satisfaction</TermName>
          <TermId xmlns="http://schemas.microsoft.com/office/infopath/2007/PartnerControls">4e4a150a-86cc-4af1-87dc-2768392eab49</TermId>
        </TermInfo>
        <TermInfo xmlns="http://schemas.microsoft.com/office/infopath/2007/PartnerControls">
          <TermName xmlns="http://schemas.microsoft.com/office/infopath/2007/PartnerControls">Human Resources</TermName>
          <TermId xmlns="http://schemas.microsoft.com/office/infopath/2007/PartnerControls">dcdff9fc-9ce0-4c2f-be4f-7cbc37cd6ed1</TermId>
        </TermInfo>
        <TermInfo xmlns="http://schemas.microsoft.com/office/infopath/2007/PartnerControls">
          <TermName xmlns="http://schemas.microsoft.com/office/infopath/2007/PartnerControls">Manufacturing</TermName>
          <TermId xmlns="http://schemas.microsoft.com/office/infopath/2007/PartnerControls">b1ea8de9-f6ce-4bd0-a6e3-6ea2cd943613</TermId>
        </TermInfo>
        <TermInfo xmlns="http://schemas.microsoft.com/office/infopath/2007/PartnerControls">
          <TermName xmlns="http://schemas.microsoft.com/office/infopath/2007/PartnerControls">SCM Supplier Quality Development (SQD)</TermName>
          <TermId xmlns="http://schemas.microsoft.com/office/infopath/2007/PartnerControls">33d9d018-f434-4f70-9b2c-d670a62d576e</TermId>
        </TermInfo>
      </Terms>
    </f8d7a6658cea4a10a51d8a3a11a6b803>
    <DCRInfo xmlns="c5c844fb-3a05-4f74-8301-eb572a8a1932">4403</DCRInfo>
    <ApprovalDate xmlns="c5c844fb-3a05-4f74-8301-eb572a8a1932">2025-12-09T05:00:00+00:00</ApprovalDate>
    <DocumentOwner xmlns="c5c844fb-3a05-4f74-8301-eb572a8a1932">
      <UserInfo>
        <DisplayName>Jurca, Alina (Versigent)</DisplayName>
        <AccountId>8818</AccountId>
        <AccountType/>
      </UserInfo>
    </DocumentOwner>
    <OptionalIdentifier xmlns="c5c844fb-3a05-4f74-8301-eb572a8a1932">EDS</OptionalIdentifier>
    <DocumentState xmlns="c5c844fb-3a05-4f74-8301-eb572a8a1932">Released</DocumentState>
    <h2fe4d1c038e45e8889eb5b7cd50c800 xmlns="c5c844fb-3a05-4f74-8301-eb572a8a1932">
      <Terms xmlns="http://schemas.microsoft.com/office/infopath/2007/PartnerControls">
        <TermInfo xmlns="http://schemas.microsoft.com/office/infopath/2007/PartnerControls">
          <TermName xmlns="http://schemas.microsoft.com/office/infopath/2007/PartnerControls">Procedure</TermName>
          <TermId xmlns="http://schemas.microsoft.com/office/infopath/2007/PartnerControls">64e15cbe-4824-438d-8b65-1d27b336f011</TermId>
        </TermInfo>
      </Terms>
    </h2fe4d1c038e45e8889eb5b7cd50c800>
    <EOSDocNum xmlns="c5c844fb-3a05-4f74-8301-eb572a8a1932">EAEP_4-1_ME-EDS_10-01_EN</EOSDocNum>
    <DocumentController xmlns="c5c844fb-3a05-4f74-8301-eb572a8a1932">
      <UserInfo>
        <DisplayName>Dragoi, Alina (Versigent)</DisplayName>
        <AccountId>28</AccountId>
        <AccountType/>
      </UserInfo>
    </DocumentController>
    <SecondaryDocSeriesNum xmlns="c5c844fb-3a05-4f74-8301-eb572a8a1932" xsi:nil="true"/>
    <ObsoleteDate xmlns="c5c844fb-3a05-4f74-8301-eb572a8a1932" xsi:nil="true"/>
    <Replaces xmlns="c5c844fb-3a05-4f74-8301-eb572a8a1932">EAEP_4-1_ME_10-01_EN</Replaces>
    <he11d22bca4f4dd7a936424bc304e998 xmlns="c5c844fb-3a05-4f74-8301-eb572a8a1932">
      <Terms xmlns="http://schemas.microsoft.com/office/infopath/2007/PartnerControls">
        <TermInfo xmlns="http://schemas.microsoft.com/office/infopath/2007/PartnerControls">
          <TermName xmlns="http://schemas.microsoft.com/office/infopath/2007/PartnerControls">EDS</TermName>
          <TermId xmlns="http://schemas.microsoft.com/office/infopath/2007/PartnerControls">98e3e8fc-7860-4c9e-9fef-8587d7363aa4</TermId>
        </TermInfo>
      </Terms>
    </he11d22bca4f4dd7a936424bc304e998>
    <b91eb8078c9543538bce35d45c081f79 xmlns="c5c844fb-3a05-4f74-8301-eb572a8a1932">
      <Terms xmlns="http://schemas.microsoft.com/office/infopath/2007/PartnerControls">
        <TermInfo xmlns="http://schemas.microsoft.com/office/infopath/2007/PartnerControls">
          <TermName xmlns="http://schemas.microsoft.com/office/infopath/2007/PartnerControls">Europe</TermName>
          <TermId xmlns="http://schemas.microsoft.com/office/infopath/2007/PartnerControls">e1d27e08-ef1d-4ef9-9a91-6dc0c7b70cc3</TermId>
        </TermInfo>
      </Terms>
    </b91eb8078c9543538bce35d45c081f79>
    <PrimaryDocSeriesNum xmlns="c5c844fb-3a05-4f74-8301-eb572a8a1932">01</PrimaryDocSeriesNum>
    <ChildDocNum xmlns="c5c844fb-3a05-4f74-8301-eb572a8a1932" xsi:nil="true"/>
    <ffb72c8aeb3f421fb176c6fc08d2cbe9 xmlns="c5c844fb-3a05-4f74-8301-eb572a8a1932">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0f869863-28c5-4bad-88f4-5e957fc1fedc</TermId>
        </TermInfo>
      </Terms>
    </ffb72c8aeb3f421fb176c6fc08d2cbe9>
    <k9a925d7be4c452281f764c8b8b1b3f3 xmlns="c5c844fb-3a05-4f74-8301-eb572a8a1932">
      <Terms xmlns="http://schemas.microsoft.com/office/infopath/2007/PartnerControls">
        <TermInfo xmlns="http://schemas.microsoft.com/office/infopath/2007/PartnerControls">
          <TermName xmlns="http://schemas.microsoft.com/office/infopath/2007/PartnerControls">Manufacturing Engineering</TermName>
          <TermId xmlns="http://schemas.microsoft.com/office/infopath/2007/PartnerControls">2c7fde2e-2037-427d-b5f4-38db5502efb0</TermId>
        </TermInfo>
      </Terms>
    </k9a925d7be4c452281f764c8b8b1b3f3>
    <m65c1b3ed9cd4a9daeead227122b534d xmlns="c5c844fb-3a05-4f74-8301-eb572a8a1932">
      <Terms xmlns="http://schemas.microsoft.com/office/infopath/2007/PartnerControls"/>
    </m65c1b3ed9cd4a9daeead227122b534d>
    <EffectiveDate xmlns="c5c844fb-3a05-4f74-8301-eb572a8a1932">2026-01-12T05:00:00+00:00</EffectiveDate>
    <ndde19fd7ef1483493a8f1c53b1b6b1a xmlns="c5c844fb-3a05-4f74-8301-eb572a8a1932">
      <Terms xmlns="http://schemas.microsoft.com/office/infopath/2007/PartnerControls">
        <TermInfo xmlns="http://schemas.microsoft.com/office/infopath/2007/PartnerControls">
          <TermName xmlns="http://schemas.microsoft.com/office/infopath/2007/PartnerControls">4-1 Define Project Requirements</TermName>
          <TermId xmlns="http://schemas.microsoft.com/office/infopath/2007/PartnerControls">fedda4d3-d7df-4423-b56a-8858c2e52866</TermId>
        </TermInfo>
      </Terms>
    </ndde19fd7ef1483493a8f1c53b1b6b1a>
    <Last_x0020_Reviewed xmlns="625c0035-64ec-47d2-a762-d0754ebed9f3">2025-12-16T05:00:00+00:00</Last_x0020_Reviewed>
    <NeedsReprocessing xmlns="625c0035-64ec-47d2-a762-d0754ebed9f3">false</NeedsReprocessing>
    <f2da7fc86df14e80848c715a582a09fc xmlns="c5c844fb-3a05-4f74-8301-eb572a8a1932">
      <Terms xmlns="http://schemas.microsoft.com/office/infopath/2007/PartnerControls"/>
    </f2da7fc86df14e80848c715a582a09fc>
    <m3e5d886d5834254918a02334e296b76 xmlns="c5c844fb-3a05-4f74-8301-eb572a8a1932">
      <Terms xmlns="http://schemas.microsoft.com/office/infopath/2007/PartnerControls"/>
    </m3e5d886d5834254918a02334e296b76>
    <i07f8e2dc724467c88034e42fb6bf3df xmlns="625c0035-64ec-47d2-a762-d0754ebed9f3">
      <Terms xmlns="http://schemas.microsoft.com/office/infopath/2007/PartnerControls"/>
    </i07f8e2dc724467c88034e42fb6bf3df>
    <iaa644f6615246ffac384ba389ed9d22 xmlns="c5c844fb-3a05-4f74-8301-eb572a8a1932">
      <Terms xmlns="http://schemas.microsoft.com/office/infopath/2007/PartnerControls">
        <TermInfo xmlns="http://schemas.microsoft.com/office/infopath/2007/PartnerControls">
          <TermName xmlns="http://schemas.microsoft.com/office/infopath/2007/PartnerControls">Europe</TermName>
          <TermId xmlns="http://schemas.microsoft.com/office/infopath/2007/PartnerControls">e1d27e08-ef1d-4ef9-9a91-6dc0c7b70cc3</TermId>
        </TermInfo>
      </Terms>
    </iaa644f6615246ffac384ba389ed9d22>
    <SharedWithDetails xmlns="c5c844fb-3a05-4f74-8301-eb572a8a1932" xsi:nil="true"/>
    <SharedWithUsers xmlns="c5c844fb-3a05-4f74-8301-eb572a8a1932">
      <UserInfo>
        <DisplayName/>
        <AccountId xsi:nil="true"/>
        <AccountType/>
      </UserInfo>
    </SharedWithUsers>
    <CreatedInTracker xmlns="31c58dc0-f405-4da6-90bc-1a2ee9784dbe">No</CreatedInTracker>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EOS Document" ma:contentTypeID="0x010100D1D3186A8B59604F90124F3B9C63333C00C01EBBD85F52B64199EF9EC6CEABD300" ma:contentTypeVersion="22" ma:contentTypeDescription="" ma:contentTypeScope="" ma:versionID="b21b881cdbf0f3af8450edf79d0dacb0">
  <xsd:schema xmlns:xsd="http://www.w3.org/2001/XMLSchema" xmlns:xs="http://www.w3.org/2001/XMLSchema" xmlns:p="http://schemas.microsoft.com/office/2006/metadata/properties" xmlns:ns2="c5c844fb-3a05-4f74-8301-eb572a8a1932" xmlns:ns3="625c0035-64ec-47d2-a762-d0754ebed9f3" xmlns:ns4="http://schemas.microsoft.com/sharepoint/v3/fields" xmlns:ns5="0c36092b-8ec2-40bd-b469-d1fe4f1e7785" xmlns:ns6="31c58dc0-f405-4da6-90bc-1a2ee9784dbe" targetNamespace="http://schemas.microsoft.com/office/2006/metadata/properties" ma:root="true" ma:fieldsID="50698303762cffc25814a05d0afad348" ns2:_="" ns3:_="" ns4:_="" ns5:_="" ns6:_="">
    <xsd:import namespace="c5c844fb-3a05-4f74-8301-eb572a8a1932"/>
    <xsd:import namespace="625c0035-64ec-47d2-a762-d0754ebed9f3"/>
    <xsd:import namespace="http://schemas.microsoft.com/sharepoint/v3/fields"/>
    <xsd:import namespace="0c36092b-8ec2-40bd-b469-d1fe4f1e7785"/>
    <xsd:import namespace="31c58dc0-f405-4da6-90bc-1a2ee9784dbe"/>
    <xsd:element name="properties">
      <xsd:complexType>
        <xsd:sequence>
          <xsd:element name="documentManagement">
            <xsd:complexType>
              <xsd:all>
                <xsd:element ref="ns2:OptionalIdentifier" minOccurs="0"/>
                <xsd:element ref="ns2:PrimaryDocSeriesNum" minOccurs="0"/>
                <xsd:element ref="ns2:SecondaryDocSeriesNum" minOccurs="0"/>
                <xsd:element ref="ns2:ChildDocNum" minOccurs="0"/>
                <xsd:element ref="ns2:DocumentState" minOccurs="0"/>
                <xsd:element ref="ns2:ApprovalDate" minOccurs="0"/>
                <xsd:element ref="ns2:EffectiveDate"/>
                <xsd:element ref="ns2:ObsoleteDate" minOccurs="0"/>
                <xsd:element ref="ns2:DocumentOwner" minOccurs="0"/>
                <xsd:element ref="ns2:DocumentController" minOccurs="0"/>
                <xsd:element ref="ns2:ReplacedBy" minOccurs="0"/>
                <xsd:element ref="ns2:Replaces" minOccurs="0"/>
                <xsd:element ref="ns2:DCRInfo" minOccurs="0"/>
                <xsd:element ref="ns2:EOSDocNum" minOccurs="0"/>
                <xsd:element ref="ns3:Last_x0020_Reviewed"/>
                <xsd:element ref="ns3:NeedsReprocessing" minOccurs="0"/>
                <xsd:element ref="ns2:SharedWithUsers" minOccurs="0"/>
                <xsd:element ref="ns2:SharedWithDetails" minOccurs="0"/>
                <xsd:element ref="ns4:_Version" minOccurs="0"/>
                <xsd:element ref="ns5:TaxCatchAll" minOccurs="0"/>
                <xsd:element ref="ns5:TaxCatchAllLabel" minOccurs="0"/>
                <xsd:element ref="ns5:ka0759a5942f41c695b775aef8208f3e" minOccurs="0"/>
                <xsd:element ref="ns2:b936ac81c11149c28abe10623a36d336" minOccurs="0"/>
                <xsd:element ref="ns2:b91eb8078c9543538bce35d45c081f79" minOccurs="0"/>
                <xsd:element ref="ns2:f8d7a6658cea4a10a51d8a3a11a6b803" minOccurs="0"/>
                <xsd:element ref="ns2:m65c1b3ed9cd4a9daeead227122b534d" minOccurs="0"/>
                <xsd:element ref="ns2:k9a925d7be4c452281f764c8b8b1b3f3" minOccurs="0"/>
                <xsd:element ref="ns2:ndde19fd7ef1483493a8f1c53b1b6b1a" minOccurs="0"/>
                <xsd:element ref="ns2:h2fe4d1c038e45e8889eb5b7cd50c800" minOccurs="0"/>
                <xsd:element ref="ns2:iaa644f6615246ffac384ba389ed9d22" minOccurs="0"/>
                <xsd:element ref="ns2:he11d22bca4f4dd7a936424bc304e998" minOccurs="0"/>
                <xsd:element ref="ns2:f2da7fc86df14e80848c715a582a09fc" minOccurs="0"/>
                <xsd:element ref="ns2:m3e5d886d5834254918a02334e296b76" minOccurs="0"/>
                <xsd:element ref="ns5:le32960acc2343b2a783ebfbeb256c3d" minOccurs="0"/>
                <xsd:element ref="ns2:ffb72c8aeb3f421fb176c6fc08d2cbe9" minOccurs="0"/>
                <xsd:element ref="ns3:i07f8e2dc724467c88034e42fb6bf3df" minOccurs="0"/>
                <xsd:element ref="ns5:fddf08f74f1e4eb0b4a866c10db37afa" minOccurs="0"/>
                <xsd:element ref="ns6:CreatedInTrack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c844fb-3a05-4f74-8301-eb572a8a1932" elementFormDefault="qualified">
    <xsd:import namespace="http://schemas.microsoft.com/office/2006/documentManagement/types"/>
    <xsd:import namespace="http://schemas.microsoft.com/office/infopath/2007/PartnerControls"/>
    <xsd:element name="OptionalIdentifier" ma:index="5" nillable="true" ma:displayName="Optional Identifier" ma:description="This Optional THREE Character Designation may be used to identify a Specific Area within a Function.  Ex: Plant 10 = P10" ma:internalName="OptionalIdentifier" ma:readOnly="false">
      <xsd:simpleType>
        <xsd:restriction base="dms:Text">
          <xsd:maxLength value="3"/>
        </xsd:restriction>
      </xsd:simpleType>
    </xsd:element>
    <xsd:element name="PrimaryDocSeriesNum" ma:index="11" nillable="true" ma:displayName="Primary Document Series Number" ma:internalName="PrimaryDocSeriesNum" ma:readOnly="false">
      <xsd:simpleType>
        <xsd:restriction base="dms:Text">
          <xsd:maxLength value="255"/>
        </xsd:restriction>
      </xsd:simpleType>
    </xsd:element>
    <xsd:element name="SecondaryDocSeriesNum" ma:index="12" nillable="true" ma:displayName="Secondary Document Series Number" ma:internalName="SecondaryDocSeriesNum" ma:readOnly="false">
      <xsd:simpleType>
        <xsd:restriction base="dms:Text">
          <xsd:maxLength value="255"/>
        </xsd:restriction>
      </xsd:simpleType>
    </xsd:element>
    <xsd:element name="ChildDocNum" ma:index="13" nillable="true" ma:displayName="Child Document and Number" ma:internalName="ChildDocNum" ma:readOnly="false">
      <xsd:simpleType>
        <xsd:restriction base="dms:Text">
          <xsd:maxLength value="255"/>
        </xsd:restriction>
      </xsd:simpleType>
    </xsd:element>
    <xsd:element name="DocumentState" ma:index="16" nillable="true" ma:displayName="Document State" ma:default="Released" ma:format="Dropdown" ma:indexed="true" ma:internalName="DocumentState" ma:readOnly="false">
      <xsd:simpleType>
        <xsd:restriction base="dms:Choice">
          <xsd:enumeration value="Released"/>
          <xsd:enumeration value="Obsolete"/>
        </xsd:restriction>
      </xsd:simpleType>
    </xsd:element>
    <xsd:element name="ApprovalDate" ma:index="17" nillable="true" ma:displayName="Initial Release Date" ma:default="[today]" ma:format="DateOnly" ma:indexed="true" ma:internalName="ApprovalDate" ma:readOnly="false">
      <xsd:simpleType>
        <xsd:restriction base="dms:DateTime"/>
      </xsd:simpleType>
    </xsd:element>
    <xsd:element name="EffectiveDate" ma:index="18" ma:displayName="Effective Date" ma:format="DateOnly" ma:indexed="true" ma:internalName="EffectiveDate" ma:readOnly="false">
      <xsd:simpleType>
        <xsd:restriction base="dms:DateTime"/>
      </xsd:simpleType>
    </xsd:element>
    <xsd:element name="ObsoleteDate" ma:index="19" nillable="true" ma:displayName="Obsolete Date" ma:format="DateOnly" ma:internalName="ObsoleteDate" ma:readOnly="false">
      <xsd:simpleType>
        <xsd:restriction base="dms:DateTime"/>
      </xsd:simpleType>
    </xsd:element>
    <xsd:element name="DocumentOwner" ma:index="20" nillable="true" ma:displayName="Document Owner" ma:indexed="true" ma:list="UserInfo" ma:SharePointGroup="0" ma:internalName="DocumentOwn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Controller" ma:index="21" nillable="true" ma:displayName="Document Controller" ma:indexed="true" ma:list="UserInfo" ma:SharePointGroup="0" ma:internalName="DocumentControlle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placedBy" ma:index="22" nillable="true" ma:displayName="Replaced By" ma:internalName="ReplacedBy" ma:readOnly="false">
      <xsd:simpleType>
        <xsd:restriction base="dms:Text">
          <xsd:maxLength value="255"/>
        </xsd:restriction>
      </xsd:simpleType>
    </xsd:element>
    <xsd:element name="Replaces" ma:index="23" nillable="true" ma:displayName="Replaces" ma:internalName="Replaces" ma:readOnly="false">
      <xsd:simpleType>
        <xsd:restriction base="dms:Text">
          <xsd:maxLength value="255"/>
        </xsd:restriction>
      </xsd:simpleType>
    </xsd:element>
    <xsd:element name="DCRInfo" ma:index="24" nillable="true" ma:displayName="DCR Information" ma:internalName="DCRInfo" ma:readOnly="false">
      <xsd:simpleType>
        <xsd:restriction base="dms:Text">
          <xsd:maxLength value="255"/>
        </xsd:restriction>
      </xsd:simpleType>
    </xsd:element>
    <xsd:element name="EOSDocNum" ma:index="25" nillable="true" ma:displayName="EOS Document Number" ma:hidden="true" ma:internalName="EOSDocNum" ma:readOnly="false">
      <xsd:simpleType>
        <xsd:restriction base="dms:Text">
          <xsd:maxLength value="255"/>
        </xsd:restriction>
      </xsd:simpleType>
    </xsd:element>
    <xsd:element name="SharedWithUsers" ma:index="31" nillable="true" ma:displayName="Shared With" ma:description="" ma:internalName="SharedWithUsers" ma:readOnly="fals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2" nillable="true" ma:displayName="Shared With Details" ma:internalName="SharedWithDetails" ma:readOnly="false">
      <xsd:simpleType>
        <xsd:restriction base="dms:Note">
          <xsd:maxLength value="255"/>
        </xsd:restriction>
      </xsd:simpleType>
    </xsd:element>
    <xsd:element name="b936ac81c11149c28abe10623a36d336" ma:index="41" ma:taxonomy="true" ma:internalName="b936ac81c11149c28abe10623a36d336" ma:taxonomyFieldName="PBU" ma:displayName="Business Unit" ma:readOnly="false" ma:default="" ma:fieldId="{b936ac81-c111-49c2-8abe-10623a36d336}" ma:taxonomyMulti="true" ma:sspId="9f8ee6ba-22ae-4b18-a96b-b6990d3e2b67" ma:termSetId="63b84f25-cc59-4f8c-ad34-2fbee11ca8d1" ma:anchorId="9ab60333-24b3-451f-a1f2-94b1d857ffb8" ma:open="false" ma:isKeyword="false">
      <xsd:complexType>
        <xsd:sequence>
          <xsd:element ref="pc:Terms" minOccurs="0" maxOccurs="1"/>
        </xsd:sequence>
      </xsd:complexType>
    </xsd:element>
    <xsd:element name="b91eb8078c9543538bce35d45c081f79" ma:index="42" ma:taxonomy="true" ma:internalName="b91eb8078c9543538bce35d45c081f79" ma:taxonomyFieldName="Region" ma:displayName="Region" ma:readOnly="false" ma:default="" ma:fieldId="{b91eb807-8c95-4353-8bce-35d45c081f79}" ma:taxonomyMulti="true" ma:sspId="9f8ee6ba-22ae-4b18-a96b-b6990d3e2b67" ma:termSetId="0c0e7ef1-ec70-42ae-89ef-3ca7fab66565" ma:anchorId="00000000-0000-0000-0000-000000000000" ma:open="false" ma:isKeyword="false">
      <xsd:complexType>
        <xsd:sequence>
          <xsd:element ref="pc:Terms" minOccurs="0" maxOccurs="1"/>
        </xsd:sequence>
      </xsd:complexType>
    </xsd:element>
    <xsd:element name="f8d7a6658cea4a10a51d8a3a11a6b803" ma:index="43" ma:taxonomy="true" ma:internalName="f8d7a6658cea4a10a51d8a3a11a6b803" ma:taxonomyFieldName="SwimlaneParticipant" ma:displayName="Swimlane - Participants" ma:readOnly="false" ma:default="" ma:fieldId="{f8d7a665-8cea-4a10-a51d-8a3a11a6b803}" ma:taxonomyMulti="true" ma:sspId="9f8ee6ba-22ae-4b18-a96b-b6990d3e2b67" ma:termSetId="63b84f25-cc59-4f8c-ad34-2fbee11ca8d1" ma:anchorId="b5c2b1e5-c53b-41a4-871d-9e6675b58b66" ma:open="false" ma:isKeyword="false">
      <xsd:complexType>
        <xsd:sequence>
          <xsd:element ref="pc:Terms" minOccurs="0" maxOccurs="1"/>
        </xsd:sequence>
      </xsd:complexType>
    </xsd:element>
    <xsd:element name="m65c1b3ed9cd4a9daeead227122b534d" ma:index="44" nillable="true" ma:taxonomy="true" ma:internalName="m65c1b3ed9cd4a9daeead227122b534d" ma:taxonomyFieldName="StakeholderBank" ma:displayName="Stakeholder or Bank" ma:indexed="true" ma:readOnly="false" ma:default="" ma:fieldId="{665c1b3e-d9cd-4a9d-aeea-d227122b534d}" ma:sspId="9f8ee6ba-22ae-4b18-a96b-b6990d3e2b67" ma:termSetId="572bda01-e1b0-495c-933b-d01413b8721c" ma:anchorId="00000000-0000-0000-0000-000000000000" ma:open="false" ma:isKeyword="false">
      <xsd:complexType>
        <xsd:sequence>
          <xsd:element ref="pc:Terms" minOccurs="0" maxOccurs="1"/>
        </xsd:sequence>
      </xsd:complexType>
    </xsd:element>
    <xsd:element name="k9a925d7be4c452281f764c8b8b1b3f3" ma:index="45" ma:taxonomy="true" ma:internalName="k9a925d7be4c452281f764c8b8b1b3f3" ma:taxonomyFieldName="SwimlaneDO" ma:displayName="Swimlane - Document Owner" ma:indexed="true" ma:readOnly="false" ma:default="" ma:fieldId="{49a925d7-be4c-4522-81f7-64c8b8b1b3f3}" ma:sspId="9f8ee6ba-22ae-4b18-a96b-b6990d3e2b67" ma:termSetId="63b84f25-cc59-4f8c-ad34-2fbee11ca8d1" ma:anchorId="b5c2b1e5-c53b-41a4-871d-9e6675b58b66" ma:open="false" ma:isKeyword="false">
      <xsd:complexType>
        <xsd:sequence>
          <xsd:element ref="pc:Terms" minOccurs="0" maxOccurs="1"/>
        </xsd:sequence>
      </xsd:complexType>
    </xsd:element>
    <xsd:element name="ndde19fd7ef1483493a8f1c53b1b6b1a" ma:index="46" ma:taxonomy="true" ma:internalName="ndde19fd7ef1483493a8f1c53b1b6b1a" ma:taxonomyFieldName="FlowPipe" ma:displayName="Flow &amp; Pipe" ma:indexed="true" ma:readOnly="false" ma:default="" ma:fieldId="{7dde19fd-7ef1-4834-93a8-f1c53b1b6b1a}" ma:sspId="9f8ee6ba-22ae-4b18-a96b-b6990d3e2b67" ma:termSetId="9abfc8cf-c748-47f6-9e73-fa499e1ded32" ma:anchorId="00000000-0000-0000-0000-000000000000" ma:open="false" ma:isKeyword="false">
      <xsd:complexType>
        <xsd:sequence>
          <xsd:element ref="pc:Terms" minOccurs="0" maxOccurs="1"/>
        </xsd:sequence>
      </xsd:complexType>
    </xsd:element>
    <xsd:element name="h2fe4d1c038e45e8889eb5b7cd50c800" ma:index="47" ma:taxonomy="true" ma:internalName="h2fe4d1c038e45e8889eb5b7cd50c800" ma:taxonomyFieldName="DocumentType" ma:displayName="Document Type" ma:indexed="true" ma:readOnly="false" ma:default="" ma:fieldId="{12fe4d1c-038e-45e8-889e-b5b7cd50c800}" ma:sspId="9f8ee6ba-22ae-4b18-a96b-b6990d3e2b67" ma:termSetId="7985808b-297d-4325-9d6c-6b8ba11487f4" ma:anchorId="00000000-0000-0000-0000-000000000000" ma:open="false" ma:isKeyword="false">
      <xsd:complexType>
        <xsd:sequence>
          <xsd:element ref="pc:Terms" minOccurs="0" maxOccurs="1"/>
        </xsd:sequence>
      </xsd:complexType>
    </xsd:element>
    <xsd:element name="iaa644f6615246ffac384ba389ed9d22" ma:index="48" ma:taxonomy="true" ma:internalName="iaa644f6615246ffac384ba389ed9d22" ma:taxonomyFieldName="RegionalIdentifier" ma:displayName="Regional Identifier" ma:readOnly="false" ma:default="" ma:fieldId="{2aa644f6-6152-46ff-ac38-4ba389ed9d22}" ma:sspId="9f8ee6ba-22ae-4b18-a96b-b6990d3e2b67" ma:termSetId="0c0e7ef1-ec70-42ae-89ef-3ca7fab66565" ma:anchorId="00000000-0000-0000-0000-000000000000" ma:open="false" ma:isKeyword="false">
      <xsd:complexType>
        <xsd:sequence>
          <xsd:element ref="pc:Terms" minOccurs="0" maxOccurs="1"/>
        </xsd:sequence>
      </xsd:complexType>
    </xsd:element>
    <xsd:element name="he11d22bca4f4dd7a936424bc304e998" ma:index="49" nillable="true" ma:taxonomy="true" ma:internalName="he11d22bca4f4dd7a936424bc304e998" ma:taxonomyFieldName="Division" ma:displayName="Division" ma:readOnly="false" ma:default="" ma:fieldId="{1e11d22b-ca4f-4dd7-a936-424bc304e998}" ma:sspId="9f8ee6ba-22ae-4b18-a96b-b6990d3e2b67" ma:termSetId="63b84f25-cc59-4f8c-ad34-2fbee11ca8d1" ma:anchorId="9494e071-d2b1-4559-8a60-e7ff37055f2d" ma:open="false" ma:isKeyword="false">
      <xsd:complexType>
        <xsd:sequence>
          <xsd:element ref="pc:Terms" minOccurs="0" maxOccurs="1"/>
        </xsd:sequence>
      </xsd:complexType>
    </xsd:element>
    <xsd:element name="f2da7fc86df14e80848c715a582a09fc" ma:index="50" nillable="true" ma:taxonomy="true" ma:internalName="f2da7fc86df14e80848c715a582a09fc" ma:taxonomyFieldName="AppliesTo" ma:displayName="Applies To" ma:indexed="true" ma:readOnly="false" ma:default="" ma:fieldId="{f2da7fc8-6df1-4e80-848c-715a582a09fc}" ma:sspId="9f8ee6ba-22ae-4b18-a96b-b6990d3e2b67" ma:termSetId="60950385-d767-4984-8b27-70ae885c43d7" ma:anchorId="4742d66c-80a4-4ec8-9775-15b020658383" ma:open="false" ma:isKeyword="false">
      <xsd:complexType>
        <xsd:sequence>
          <xsd:element ref="pc:Terms" minOccurs="0" maxOccurs="1"/>
        </xsd:sequence>
      </xsd:complexType>
    </xsd:element>
    <xsd:element name="m3e5d886d5834254918a02334e296b76" ma:index="51" nillable="true" ma:taxonomy="true" ma:internalName="m3e5d886d5834254918a02334e296b76" ma:taxonomyFieldName="emm_SiteName" ma:displayName="emm_SiteName" ma:readOnly="false" ma:default="510;#EOS Packard|ca96d14a-e0df-4472-85a8-f5588353657c" ma:fieldId="{63e5d886-d583-4254-918a-02334e296b76}" ma:sspId="9f8ee6ba-22ae-4b18-a96b-b6990d3e2b67" ma:termSetId="f71672fd-a586-4354-b730-108af30ebf17" ma:anchorId="00000000-0000-0000-0000-000000000000" ma:open="false" ma:isKeyword="false">
      <xsd:complexType>
        <xsd:sequence>
          <xsd:element ref="pc:Terms" minOccurs="0" maxOccurs="1"/>
        </xsd:sequence>
      </xsd:complexType>
    </xsd:element>
    <xsd:element name="ffb72c8aeb3f421fb176c6fc08d2cbe9" ma:index="53" ma:taxonomy="true" ma:internalName="ffb72c8aeb3f421fb176c6fc08d2cbe9" ma:taxonomyFieldName="EOSLanguage" ma:displayName="EOS Language" ma:indexed="true" ma:readOnly="false" ma:default="" ma:fieldId="{ffb72c8a-eb3f-421f-b176-c6fc08d2cbe9}" ma:sspId="9f8ee6ba-22ae-4b18-a96b-b6990d3e2b67" ma:termSetId="51caa2fe-2100-4465-98b3-f767ccc42497" ma:anchorId="c865fae2-6ccc-4818-8a02-1baae675c8fe"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625c0035-64ec-47d2-a762-d0754ebed9f3" elementFormDefault="qualified">
    <xsd:import namespace="http://schemas.microsoft.com/office/2006/documentManagement/types"/>
    <xsd:import namespace="http://schemas.microsoft.com/office/infopath/2007/PartnerControls"/>
    <xsd:element name="Last_x0020_Reviewed" ma:index="27" ma:displayName="Last Reviewed" ma:format="DateOnly" ma:indexed="true" ma:internalName="Last_x0020_Reviewed" ma:readOnly="false">
      <xsd:simpleType>
        <xsd:restriction base="dms:DateTime"/>
      </xsd:simpleType>
    </xsd:element>
    <xsd:element name="NeedsReprocessing" ma:index="28" nillable="true" ma:displayName="NeedsReprocessing" ma:default="0" ma:internalName="NeedsReprocessing" ma:readOnly="false">
      <xsd:simpleType>
        <xsd:restriction base="dms:Boolean"/>
      </xsd:simpleType>
    </xsd:element>
    <xsd:element name="i07f8e2dc724467c88034e42fb6bf3df" ma:index="54" nillable="true" ma:taxonomy="true" ma:internalName="i07f8e2dc724467c88034e42fb6bf3df" ma:taxonomyFieldName="Product_x0020_Line" ma:displayName="Product Line" ma:indexed="true" ma:readOnly="false" ma:default="" ma:fieldId="{207f8e2d-c724-467c-8803-4e42fb6bf3df}" ma:sspId="9f8ee6ba-22ae-4b18-a96b-b6990d3e2b67" ma:termSetId="63b84f25-cc59-4f8c-ad34-2fbee11ca8d1" ma:anchorId="cdd2ac92-012a-4f8e-ae6b-8bf154672f9c"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33" nillable="true" ma:displayName="Version" ma:hidden="true" ma:internalName="_Vers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36092b-8ec2-40bd-b469-d1fe4f1e7785" elementFormDefault="qualified">
    <xsd:import namespace="http://schemas.microsoft.com/office/2006/documentManagement/types"/>
    <xsd:import namespace="http://schemas.microsoft.com/office/infopath/2007/PartnerControls"/>
    <xsd:element name="TaxCatchAll" ma:index="35" nillable="true" ma:displayName="Taxonomy Catch All Column" ma:hidden="true" ma:list="{427fcdfa-52a7-43b9-9207-1b320914a199}" ma:internalName="TaxCatchAll" ma:showField="CatchAllData" ma:web="c5c844fb-3a05-4f74-8301-eb572a8a1932">
      <xsd:complexType>
        <xsd:complexContent>
          <xsd:extension base="dms:MultiChoiceLookup">
            <xsd:sequence>
              <xsd:element name="Value" type="dms:Lookup" maxOccurs="unbounded" minOccurs="0" nillable="true"/>
            </xsd:sequence>
          </xsd:extension>
        </xsd:complexContent>
      </xsd:complexType>
    </xsd:element>
    <xsd:element name="TaxCatchAllLabel" ma:index="38" nillable="true" ma:displayName="Taxonomy Catch All Column1" ma:hidden="true" ma:list="{427fcdfa-52a7-43b9-9207-1b320914a199}" ma:internalName="TaxCatchAllLabel" ma:readOnly="true" ma:showField="CatchAllDataLabel" ma:web="c5c844fb-3a05-4f74-8301-eb572a8a1932">
      <xsd:complexType>
        <xsd:complexContent>
          <xsd:extension base="dms:MultiChoiceLookup">
            <xsd:sequence>
              <xsd:element name="Value" type="dms:Lookup" maxOccurs="unbounded" minOccurs="0" nillable="true"/>
            </xsd:sequence>
          </xsd:extension>
        </xsd:complexContent>
      </xsd:complexType>
    </xsd:element>
    <xsd:element name="ka0759a5942f41c695b775aef8208f3e" ma:index="40" nillable="true" ma:taxonomy="true" ma:internalName="ka0759a5942f41c695b775aef8208f3e" ma:taxonomyFieldName="emm_Function" ma:displayName="emm_Function" ma:readOnly="false" ma:fieldId="{4a0759a5-942f-41c6-95b7-75aef8208f3e}" ma:sspId="9f8ee6ba-22ae-4b18-a96b-b6990d3e2b67" ma:termSetId="2cdd7b0f-fc41-4bc0-b507-1083be529d14" ma:anchorId="00000000-0000-0000-0000-000000000000" ma:open="false" ma:isKeyword="false">
      <xsd:complexType>
        <xsd:sequence>
          <xsd:element ref="pc:Terms" minOccurs="0" maxOccurs="1"/>
        </xsd:sequence>
      </xsd:complexType>
    </xsd:element>
    <xsd:element name="le32960acc2343b2a783ebfbeb256c3d" ma:index="52" nillable="true" ma:taxonomy="true" ma:internalName="le32960acc2343b2a783ebfbeb256c3d" ma:taxonomyFieldName="emm_Language" ma:displayName="emm_Language" ma:readOnly="false" ma:fieldId="{5e32960a-cc23-43b2-a783-ebfbeb256c3d}" ma:sspId="9f8ee6ba-22ae-4b18-a96b-b6990d3e2b67" ma:termSetId="628d4a0e-43e1-471b-bfbd-4dccf339dc98" ma:anchorId="00000000-0000-0000-0000-000000000000" ma:open="false" ma:isKeyword="false">
      <xsd:complexType>
        <xsd:sequence>
          <xsd:element ref="pc:Terms" minOccurs="0" maxOccurs="1"/>
        </xsd:sequence>
      </xsd:complexType>
    </xsd:element>
    <xsd:element name="fddf08f74f1e4eb0b4a866c10db37afa" ma:index="59" nillable="true" ma:taxonomy="true" ma:internalName="fddf08f74f1e4eb0b4a866c10db37afa" ma:taxonomyFieldName="emm_Division" ma:displayName="emm_Division" ma:readOnly="false" ma:fieldId="{fddf08f7-4f1e-4eb0-b4a8-66c10db37afa}" ma:sspId="9f8ee6ba-22ae-4b18-a96b-b6990d3e2b67" ma:termSetId="5dde4a48-55d5-4c0a-9779-582059f53b16"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31c58dc0-f405-4da6-90bc-1a2ee9784dbe" elementFormDefault="qualified">
    <xsd:import namespace="http://schemas.microsoft.com/office/2006/documentManagement/types"/>
    <xsd:import namespace="http://schemas.microsoft.com/office/infopath/2007/PartnerControls"/>
    <xsd:element name="CreatedInTracker" ma:index="61" nillable="true" ma:displayName="CreatedInTracker" ma:default="No" ma:format="Dropdown" ma:hidden="true" ma:internalName="CreatedInTracker" ma:readOnly="false">
      <xsd:simpleType>
        <xsd:restriction base="dms:Choice">
          <xsd:enumeration value="No"/>
          <xsd:enumeration value="Y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37" ma:displayName="Content Type"/>
        <xsd:element ref="dc:title"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9f8ee6ba-22ae-4b18-a96b-b6990d3e2b67" ContentTypeId="0x01" PreviousValue="false"/>
</file>

<file path=customXml/itemProps1.xml><?xml version="1.0" encoding="utf-8"?>
<ds:datastoreItem xmlns:ds="http://schemas.openxmlformats.org/officeDocument/2006/customXml" ds:itemID="{8FD342AB-EC70-4A17-AEFD-9D38AC74CA56}">
  <ds:schemaRefs>
    <ds:schemaRef ds:uri="http://purl.org/dc/terms/"/>
    <ds:schemaRef ds:uri="http://www.w3.org/XML/1998/namespace"/>
    <ds:schemaRef ds:uri="http://schemas.microsoft.com/office/2006/documentManagement/types"/>
    <ds:schemaRef ds:uri="http://schemas.openxmlformats.org/package/2006/metadata/core-properties"/>
    <ds:schemaRef ds:uri="http://purl.org/dc/elements/1.1/"/>
    <ds:schemaRef ds:uri="0c36092b-8ec2-40bd-b469-d1fe4f1e7785"/>
    <ds:schemaRef ds:uri="31c58dc0-f405-4da6-90bc-1a2ee9784dbe"/>
    <ds:schemaRef ds:uri="625c0035-64ec-47d2-a762-d0754ebed9f3"/>
    <ds:schemaRef ds:uri="http://schemas.microsoft.com/office/2006/metadata/properties"/>
    <ds:schemaRef ds:uri="http://schemas.microsoft.com/office/infopath/2007/PartnerControls"/>
    <ds:schemaRef ds:uri="http://schemas.microsoft.com/sharepoint/v3/fields"/>
    <ds:schemaRef ds:uri="c5c844fb-3a05-4f74-8301-eb572a8a1932"/>
    <ds:schemaRef ds:uri="http://purl.org/dc/dcmitype/"/>
  </ds:schemaRefs>
</ds:datastoreItem>
</file>

<file path=customXml/itemProps2.xml><?xml version="1.0" encoding="utf-8"?>
<ds:datastoreItem xmlns:ds="http://schemas.openxmlformats.org/officeDocument/2006/customXml" ds:itemID="{7DA1A9E5-85CB-46EF-82A1-5890A49A85F0}">
  <ds:schemaRefs>
    <ds:schemaRef ds:uri="http://schemas.microsoft.com/sharepoint/v3/contenttype/forms"/>
  </ds:schemaRefs>
</ds:datastoreItem>
</file>

<file path=customXml/itemProps3.xml><?xml version="1.0" encoding="utf-8"?>
<ds:datastoreItem xmlns:ds="http://schemas.openxmlformats.org/officeDocument/2006/customXml" ds:itemID="{05792369-1875-4740-BE39-046CCA0306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c844fb-3a05-4f74-8301-eb572a8a1932"/>
    <ds:schemaRef ds:uri="625c0035-64ec-47d2-a762-d0754ebed9f3"/>
    <ds:schemaRef ds:uri="http://schemas.microsoft.com/sharepoint/v3/fields"/>
    <ds:schemaRef ds:uri="0c36092b-8ec2-40bd-b469-d1fe4f1e7785"/>
    <ds:schemaRef ds:uri="31c58dc0-f405-4da6-90bc-1a2ee9784d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FAC0035D-0817-4F49-AC53-323825D00895}">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
  <TotalTime>0</TotalTime>
  <Words>3506</Words>
  <Application>Microsoft Office PowerPoint</Application>
  <PresentationFormat>On-screen Show (4:3)</PresentationFormat>
  <Paragraphs>384</Paragraphs>
  <Slides>12</Slides>
  <Notes>9</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Change Management</dc:title>
  <dc:creator/>
  <cp:lastModifiedBy/>
  <cp:revision>7</cp:revision>
  <dcterms:created xsi:type="dcterms:W3CDTF">2018-02-14T14:57:12Z</dcterms:created>
  <dcterms:modified xsi:type="dcterms:W3CDTF">2026-05-09T13:08:49Z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wimlaneParticipant">
    <vt:lpwstr>499;#Manufacturing Engineering|2c7fde2e-2037-427d-b5f4-38db5502efb0;#538;#Customer Satisfaction|4e4a150a-86cc-4af1-87dc-2768392eab49;#554;#Human Resources|dcdff9fc-9ce0-4c2f-be4f-7cbc37cd6ed1;#500;#Manufacturing|b1ea8de9-f6ce-4bd0-a6e3-6ea2cd943613;#597;#SCM Supplier Quality Development (SQD)|33d9d018-f434-4f70-9b2c-d670a62d576e</vt:lpwstr>
  </property>
  <property fmtid="{D5CDD505-2E9C-101B-9397-08002B2CF9AE}" pid="3" name="AppliesTo">
    <vt:lpwstr/>
  </property>
  <property fmtid="{D5CDD505-2E9C-101B-9397-08002B2CF9AE}" pid="4" name="Region">
    <vt:lpwstr>512;#Europe|e1d27e08-ef1d-4ef9-9a91-6dc0c7b70cc3</vt:lpwstr>
  </property>
  <property fmtid="{D5CDD505-2E9C-101B-9397-08002B2CF9AE}" pid="5" name="emm_SiteName">
    <vt:lpwstr/>
  </property>
  <property fmtid="{D5CDD505-2E9C-101B-9397-08002B2CF9AE}" pid="6" name="emm_Division">
    <vt:lpwstr/>
  </property>
  <property fmtid="{D5CDD505-2E9C-101B-9397-08002B2CF9AE}" pid="7" name="PBU">
    <vt:lpwstr>495;#EDS|98e3e8fc-7860-4c9e-9fef-8587d7363aa4</vt:lpwstr>
  </property>
  <property fmtid="{D5CDD505-2E9C-101B-9397-08002B2CF9AE}" pid="8" name="EOSLanguage">
    <vt:lpwstr>501;#English|0f869863-28c5-4bad-88f4-5e957fc1fedc</vt:lpwstr>
  </property>
  <property fmtid="{D5CDD505-2E9C-101B-9397-08002B2CF9AE}" pid="9" name="ContentTypeId">
    <vt:lpwstr>0x010100D1D3186A8B59604F90124F3B9C63333C00C01EBBD85F52B64199EF9EC6CEABD300</vt:lpwstr>
  </property>
  <property fmtid="{D5CDD505-2E9C-101B-9397-08002B2CF9AE}" pid="10" name="RegionalIdentifier">
    <vt:lpwstr>512;#Europe|e1d27e08-ef1d-4ef9-9a91-6dc0c7b70cc3</vt:lpwstr>
  </property>
  <property fmtid="{D5CDD505-2E9C-101B-9397-08002B2CF9AE}" pid="11" name="emm_Language">
    <vt:lpwstr/>
  </property>
  <property fmtid="{D5CDD505-2E9C-101B-9397-08002B2CF9AE}" pid="12" name="FlowPipe">
    <vt:lpwstr>555;#4-1 Define Project Requirements|fedda4d3-d7df-4423-b56a-8858c2e52866</vt:lpwstr>
  </property>
  <property fmtid="{D5CDD505-2E9C-101B-9397-08002B2CF9AE}" pid="13" name="Division">
    <vt:lpwstr>495;#EDS|98e3e8fc-7860-4c9e-9fef-8587d7363aa4</vt:lpwstr>
  </property>
  <property fmtid="{D5CDD505-2E9C-101B-9397-08002B2CF9AE}" pid="14" name="DocumentType">
    <vt:lpwstr>503;#Procedure|64e15cbe-4824-438d-8b65-1d27b336f011</vt:lpwstr>
  </property>
  <property fmtid="{D5CDD505-2E9C-101B-9397-08002B2CF9AE}" pid="15" name="StakeholderBank">
    <vt:lpwstr/>
  </property>
  <property fmtid="{D5CDD505-2E9C-101B-9397-08002B2CF9AE}" pid="16" name="SwimlaneDO">
    <vt:lpwstr>499;#Manufacturing Engineering|2c7fde2e-2037-427d-b5f4-38db5502efb0</vt:lpwstr>
  </property>
  <property fmtid="{D5CDD505-2E9C-101B-9397-08002B2CF9AE}" pid="17" name="emm_Function">
    <vt:lpwstr/>
  </property>
  <property fmtid="{D5CDD505-2E9C-101B-9397-08002B2CF9AE}" pid="18" name="URL">
    <vt:lpwstr/>
  </property>
  <property fmtid="{D5CDD505-2E9C-101B-9397-08002B2CF9AE}" pid="19" name="MSIP_Label_e545d81b-0f42-495e-8347-551223c9dd3e_Enabled">
    <vt:lpwstr>true</vt:lpwstr>
  </property>
  <property fmtid="{D5CDD505-2E9C-101B-9397-08002B2CF9AE}" pid="20" name="MSIP_Label_e545d81b-0f42-495e-8347-551223c9dd3e_SetDate">
    <vt:lpwstr>2024-11-20T13:57:38Z</vt:lpwstr>
  </property>
  <property fmtid="{D5CDD505-2E9C-101B-9397-08002B2CF9AE}" pid="21" name="MSIP_Label_e545d81b-0f42-495e-8347-551223c9dd3e_Method">
    <vt:lpwstr>Privileged</vt:lpwstr>
  </property>
  <property fmtid="{D5CDD505-2E9C-101B-9397-08002B2CF9AE}" pid="22" name="MSIP_Label_e545d81b-0f42-495e-8347-551223c9dd3e_Name">
    <vt:lpwstr>Internal</vt:lpwstr>
  </property>
  <property fmtid="{D5CDD505-2E9C-101B-9397-08002B2CF9AE}" pid="23" name="MSIP_Label_e545d81b-0f42-495e-8347-551223c9dd3e_SiteId">
    <vt:lpwstr>6b1311e5-123f-49db-acdf-8847c2d00bed</vt:lpwstr>
  </property>
  <property fmtid="{D5CDD505-2E9C-101B-9397-08002B2CF9AE}" pid="24" name="MSIP_Label_e545d81b-0f42-495e-8347-551223c9dd3e_ActionId">
    <vt:lpwstr>90de6741-3a09-4e29-9944-2d047fc6df39</vt:lpwstr>
  </property>
  <property fmtid="{D5CDD505-2E9C-101B-9397-08002B2CF9AE}" pid="25" name="MSIP_Label_e545d81b-0f42-495e-8347-551223c9dd3e_ContentBits">
    <vt:lpwstr>2</vt:lpwstr>
  </property>
  <property fmtid="{D5CDD505-2E9C-101B-9397-08002B2CF9AE}" pid="26" name="ClassificationContentMarkingFooterLocations">
    <vt:lpwstr>Custom Design:8</vt:lpwstr>
  </property>
  <property fmtid="{D5CDD505-2E9C-101B-9397-08002B2CF9AE}" pid="27" name="ClassificationContentMarkingFooterText">
    <vt:lpwstr>Internal</vt:lpwstr>
  </property>
  <property fmtid="{D5CDD505-2E9C-101B-9397-08002B2CF9AE}" pid="28" name="Product_x0020_Line">
    <vt:lpwstr/>
  </property>
  <property fmtid="{D5CDD505-2E9C-101B-9397-08002B2CF9AE}" pid="29" name="Product Line">
    <vt:lpwstr/>
  </property>
  <property fmtid="{D5CDD505-2E9C-101B-9397-08002B2CF9AE}" pid="30" name="_ShortcutUrl">
    <vt:lpwstr/>
  </property>
  <property fmtid="{D5CDD505-2E9C-101B-9397-08002B2CF9AE}" pid="31" name="_ExtendedDescription">
    <vt:lpwstr/>
  </property>
  <property fmtid="{D5CDD505-2E9C-101B-9397-08002B2CF9AE}" pid="32" name="_ShortcutWebId">
    <vt:lpwstr/>
  </property>
  <property fmtid="{D5CDD505-2E9C-101B-9397-08002B2CF9AE}" pid="33" name="Main Process">
    <vt:lpwstr/>
  </property>
  <property fmtid="{D5CDD505-2E9C-101B-9397-08002B2CF9AE}" pid="34" name="_ShortcutSiteId">
    <vt:lpwstr/>
  </property>
  <property fmtid="{D5CDD505-2E9C-101B-9397-08002B2CF9AE}" pid="35" name="_ShortcutUniqueId">
    <vt:lpwstr/>
  </property>
</Properties>
</file>